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0" r:id="rId3"/>
    <p:sldId id="272" r:id="rId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12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2564607"/>
            <a:ext cx="15773400" cy="4279106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6884195"/>
            <a:ext cx="15773400" cy="2250281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65008" cy="678894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8592" y="2400300"/>
            <a:ext cx="8065008" cy="678894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2" y="2521745"/>
            <a:ext cx="7736680" cy="123586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2" y="3757613"/>
            <a:ext cx="7736680" cy="55268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685800"/>
            <a:ext cx="5898356" cy="24003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3086100"/>
            <a:ext cx="5898356" cy="5717382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685800"/>
            <a:ext cx="5898356" cy="24003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3086100"/>
            <a:ext cx="5898356" cy="5717382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10586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914400" y="2400300"/>
            <a:ext cx="16459200" cy="678894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914400" y="9367838"/>
            <a:ext cx="4267200" cy="714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2100"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6248400" y="9367838"/>
            <a:ext cx="5791200" cy="714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21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13106400" y="9367838"/>
            <a:ext cx="4267200" cy="714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2100"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66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514350" lvl="0" indent="-51435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•"/>
        <a:defRPr sz="4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1114425" lvl="1" indent="-428625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–"/>
        <a:defRPr sz="4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714500" lvl="2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•"/>
        <a:defRPr sz="3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2400300" lvl="3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–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3086100" lvl="4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»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771900" lvl="5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»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4457700" lvl="6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»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5143500" lvl="7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»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829300" lvl="8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»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7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lvl="1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371600" lvl="2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2057400" lvl="3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743200" lvl="4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3429000" lvl="5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4114800" lvl="6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4800600" lvl="7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5486400" lvl="8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-635" y="0"/>
            <a:ext cx="18304510" cy="1438910"/>
          </a:xfrm>
          <a:prstGeom prst="rect">
            <a:avLst/>
          </a:prstGeom>
          <a:solidFill>
            <a:srgbClr val="22125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3" name="Picture 2" descr="Logo Đại học GTVT - UTC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38100"/>
            <a:ext cx="1898650" cy="14674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Calibri</vt:lpstr>
      <vt:lpstr>Microsoft YaHei</vt:lpstr>
      <vt:lpstr>Arial Unicode MS</vt:lpstr>
      <vt:lpstr>Times New Roman</vt:lpstr>
      <vt:lpstr>Default Design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Dark Professional Geometric Business Project Presentation </dc:title>
  <dc:creator/>
  <cp:lastModifiedBy>Tulen Legend</cp:lastModifiedBy>
  <cp:revision>3</cp:revision>
  <dcterms:created xsi:type="dcterms:W3CDTF">2006-08-16T00:00:00Z</dcterms:created>
  <dcterms:modified xsi:type="dcterms:W3CDTF">2025-06-14T05:00:11Z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7C3328997AD647F496A81D8D269E7B32_12</vt:lpwstr>
  </property>
  <property fmtid="{D5CDD505-2E9C-101B-9397-08002B2CF9AE}" pid="3" name="KSOProductBuildVer">
    <vt:lpwstr>2057-12.2.0.21183</vt:lpwstr>
  </property>
</Properties>
</file>