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fonts/font6.fntdata" ContentType="application/x-fontdata"/>
  <Override PartName="/ppt/fonts/font7.fntdata" ContentType="application/x-fontdata"/>
  <Override PartName="/ppt/media/image10.svg" ContentType="image/svg+xml"/>
  <Override PartName="/ppt/media/image100.svg" ContentType="image/svg+xml"/>
  <Override PartName="/ppt/media/image102.svg" ContentType="image/svg+xml"/>
  <Override PartName="/ppt/media/image104.svg" ContentType="image/svg+xml"/>
  <Override PartName="/ppt/media/image106.svg" ContentType="image/svg+xml"/>
  <Override PartName="/ppt/media/image108.svg" ContentType="image/svg+xml"/>
  <Override PartName="/ppt/media/image110.svg" ContentType="image/svg+xml"/>
  <Override PartName="/ppt/media/image112.svg" ContentType="image/svg+xml"/>
  <Override PartName="/ppt/media/image114.svg" ContentType="image/svg+xml"/>
  <Override PartName="/ppt/media/image116.svg" ContentType="image/svg+xml"/>
  <Override PartName="/ppt/media/image118.svg" ContentType="image/svg+xml"/>
  <Override PartName="/ppt/media/image12.svg" ContentType="image/svg+xml"/>
  <Override PartName="/ppt/media/image120.svg" ContentType="image/svg+xml"/>
  <Override PartName="/ppt/media/image122.svg" ContentType="image/svg+xml"/>
  <Override PartName="/ppt/media/image124.svg" ContentType="image/svg+xml"/>
  <Override PartName="/ppt/media/image126.svg" ContentType="image/svg+xml"/>
  <Override PartName="/ppt/media/image128.svg" ContentType="image/svg+xml"/>
  <Override PartName="/ppt/media/image130.svg" ContentType="image/svg+xml"/>
  <Override PartName="/ppt/media/image132.svg" ContentType="image/svg+xml"/>
  <Override PartName="/ppt/media/image134.svg" ContentType="image/svg+xml"/>
  <Override PartName="/ppt/media/image136.svg" ContentType="image/svg+xml"/>
  <Override PartName="/ppt/media/image138.svg" ContentType="image/svg+xml"/>
  <Override PartName="/ppt/media/image140.svg" ContentType="image/svg+xml"/>
  <Override PartName="/ppt/media/image142.svg" ContentType="image/svg+xml"/>
  <Override PartName="/ppt/media/image144.svg" ContentType="image/svg+xml"/>
  <Override PartName="/ppt/media/image146.svg" ContentType="image/svg+xml"/>
  <Override PartName="/ppt/media/image148.svg" ContentType="image/svg+xml"/>
  <Override PartName="/ppt/media/image150.svg" ContentType="image/svg+xml"/>
  <Override PartName="/ppt/media/image152.svg" ContentType="image/svg+xml"/>
  <Override PartName="/ppt/media/image154.svg" ContentType="image/svg+xml"/>
  <Override PartName="/ppt/media/image156.svg" ContentType="image/svg+xml"/>
  <Override PartName="/ppt/media/image158.svg" ContentType="image/svg+xml"/>
  <Override PartName="/ppt/media/image16.svg" ContentType="image/svg+xml"/>
  <Override PartName="/ppt/media/image160.svg" ContentType="image/svg+xml"/>
  <Override PartName="/ppt/media/image162.svg" ContentType="image/svg+xml"/>
  <Override PartName="/ppt/media/image18.svg" ContentType="image/svg+xml"/>
  <Override PartName="/ppt/media/image2.svg" ContentType="image/svg+xml"/>
  <Override PartName="/ppt/media/image20.svg" ContentType="image/svg+xml"/>
  <Override PartName="/ppt/media/image22.svg" ContentType="image/svg+xml"/>
  <Override PartName="/ppt/media/image24.svg" ContentType="image/svg+xml"/>
  <Override PartName="/ppt/media/image28.svg" ContentType="image/svg+xml"/>
  <Override PartName="/ppt/media/image30.svg" ContentType="image/svg+xml"/>
  <Override PartName="/ppt/media/image33.svg" ContentType="image/svg+xml"/>
  <Override PartName="/ppt/media/image38.svg" ContentType="image/svg+xml"/>
  <Override PartName="/ppt/media/image40.svg" ContentType="image/svg+xml"/>
  <Override PartName="/ppt/media/image42.svg" ContentType="image/svg+xml"/>
  <Override PartName="/ppt/media/image44.svg" ContentType="image/svg+xml"/>
  <Override PartName="/ppt/media/image46.svg" ContentType="image/svg+xml"/>
  <Override PartName="/ppt/media/image48.svg" ContentType="image/svg+xml"/>
  <Override PartName="/ppt/media/image5.svg" ContentType="image/svg+xml"/>
  <Override PartName="/ppt/media/image51.svg" ContentType="image/svg+xml"/>
  <Override PartName="/ppt/media/image53.svg" ContentType="image/svg+xml"/>
  <Override PartName="/ppt/media/image55.svg" ContentType="image/svg+xml"/>
  <Override PartName="/ppt/media/image57.svg" ContentType="image/svg+xml"/>
  <Override PartName="/ppt/media/image62.svg" ContentType="image/svg+xml"/>
  <Override PartName="/ppt/media/image64.svg" ContentType="image/svg+xml"/>
  <Override PartName="/ppt/media/image66.svg" ContentType="image/svg+xml"/>
  <Override PartName="/ppt/media/image68.svg" ContentType="image/svg+xml"/>
  <Override PartName="/ppt/media/image70.svg" ContentType="image/svg+xml"/>
  <Override PartName="/ppt/media/image72.svg" ContentType="image/svg+xml"/>
  <Override PartName="/ppt/media/image74.svg" ContentType="image/svg+xml"/>
  <Override PartName="/ppt/media/image76.svg" ContentType="image/svg+xml"/>
  <Override PartName="/ppt/media/image78.svg" ContentType="image/svg+xml"/>
  <Override PartName="/ppt/media/image8.svg" ContentType="image/svg+xml"/>
  <Override PartName="/ppt/media/image80.svg" ContentType="image/svg+xml"/>
  <Override PartName="/ppt/media/image82.svg" ContentType="image/svg+xml"/>
  <Override PartName="/ppt/media/image84.svg" ContentType="image/svg+xml"/>
  <Override PartName="/ppt/media/image86.svg" ContentType="image/svg+xml"/>
  <Override PartName="/ppt/media/image88.svg" ContentType="image/svg+xml"/>
  <Override PartName="/ppt/media/image90.svg" ContentType="image/svg+xml"/>
  <Override PartName="/ppt/media/image92.svg" ContentType="image/svg+xml"/>
  <Override PartName="/ppt/media/image94.svg" ContentType="image/svg+xml"/>
  <Override PartName="/ppt/media/image96.svg" ContentType="image/svg+xml"/>
  <Override PartName="/ppt/media/image98.svg" ContentType="image/svg+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Lst>
  <p:sldSz cx="18288000" cy="10287000"/>
  <p:notesSz cx="6858000" cy="9144000"/>
  <p:embeddedFontLst>
    <p:embeddedFont>
      <p:font typeface="DM Sans Italics"/>
      <p:italic r:id="rId20"/>
    </p:embeddedFont>
    <p:embeddedFont>
      <p:font typeface="DM Sans"/>
      <p:regular r:id="rId21"/>
    </p:embeddedFont>
    <p:embeddedFont>
      <p:font typeface="DM Sans Bold"/>
      <p:bold r:id="rId22"/>
    </p:embeddedFont>
    <p:embeddedFont>
      <p:font typeface="Calibri" panose="020F0502020204030204" charset="0"/>
      <p:regular r:id="rId23"/>
      <p:bold r:id="rId24"/>
      <p:italic r:id="rId25"/>
      <p:boldItalic r:id="rId2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6" Type="http://schemas.openxmlformats.org/officeDocument/2006/relationships/font" Target="fonts/font7.fntdata"/><Relationship Id="rId25" Type="http://schemas.openxmlformats.org/officeDocument/2006/relationships/font" Target="fonts/font6.fntdata"/><Relationship Id="rId24" Type="http://schemas.openxmlformats.org/officeDocument/2006/relationships/font" Target="fonts/font5.fntdata"/><Relationship Id="rId23" Type="http://schemas.openxmlformats.org/officeDocument/2006/relationships/font" Target="fonts/font4.fntdata"/><Relationship Id="rId22" Type="http://schemas.openxmlformats.org/officeDocument/2006/relationships/font" Target="fonts/font3.fntdata"/><Relationship Id="rId21" Type="http://schemas.openxmlformats.org/officeDocument/2006/relationships/font" Target="fonts/font2.fntdata"/><Relationship Id="rId20" Type="http://schemas.openxmlformats.org/officeDocument/2006/relationships/font" Target="fonts/font1.fntdata"/><Relationship Id="rId2" Type="http://schemas.openxmlformats.org/officeDocument/2006/relationships/theme" Target="theme/theme1.xml"/><Relationship Id="rId19" Type="http://schemas.openxmlformats.org/officeDocument/2006/relationships/tableStyles" Target="tableStyles.xml"/><Relationship Id="rId18" Type="http://schemas.openxmlformats.org/officeDocument/2006/relationships/viewProps" Target="viewProps.xml"/><Relationship Id="rId17" Type="http://schemas.openxmlformats.org/officeDocument/2006/relationships/presProps" Target="presProps.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5.svg"/><Relationship Id="rId4" Type="http://schemas.openxmlformats.org/officeDocument/2006/relationships/image" Target="../media/image4.png"/><Relationship Id="rId3" Type="http://schemas.openxmlformats.org/officeDocument/2006/relationships/image" Target="../media/image3.jpeg"/><Relationship Id="rId2" Type="http://schemas.openxmlformats.org/officeDocument/2006/relationships/image" Target="../media/image2.svg"/><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image" Target="../media/image6.jpeg"/></Relationships>
</file>

<file path=ppt/slides/_rels/slide3.xml.rels><?xml version="1.0" encoding="UTF-8" standalone="yes"?>
<Relationships xmlns="http://schemas.openxmlformats.org/package/2006/relationships"><Relationship Id="rId9" Type="http://schemas.openxmlformats.org/officeDocument/2006/relationships/slideLayout" Target="../slideLayouts/slideLayout7.xml"/><Relationship Id="rId8" Type="http://schemas.openxmlformats.org/officeDocument/2006/relationships/image" Target="../media/image14.jpeg"/><Relationship Id="rId7" Type="http://schemas.openxmlformats.org/officeDocument/2006/relationships/image" Target="../media/image13.png"/><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10.svg"/><Relationship Id="rId3" Type="http://schemas.openxmlformats.org/officeDocument/2006/relationships/image" Target="../media/image9.png"/><Relationship Id="rId2" Type="http://schemas.openxmlformats.org/officeDocument/2006/relationships/image" Target="../media/image8.svg"/><Relationship Id="rId1" Type="http://schemas.openxmlformats.org/officeDocument/2006/relationships/image" Target="../media/image7.png"/></Relationships>
</file>

<file path=ppt/slides/_rels/slide4.xml.rels><?xml version="1.0" encoding="UTF-8" standalone="yes"?>
<Relationships xmlns="http://schemas.openxmlformats.org/package/2006/relationships"><Relationship Id="rId9" Type="http://schemas.openxmlformats.org/officeDocument/2006/relationships/image" Target="../media/image23.png"/><Relationship Id="rId8" Type="http://schemas.openxmlformats.org/officeDocument/2006/relationships/image" Target="../media/image22.svg"/><Relationship Id="rId7" Type="http://schemas.openxmlformats.org/officeDocument/2006/relationships/image" Target="../media/image21.png"/><Relationship Id="rId6" Type="http://schemas.openxmlformats.org/officeDocument/2006/relationships/image" Target="../media/image20.svg"/><Relationship Id="rId5" Type="http://schemas.openxmlformats.org/officeDocument/2006/relationships/image" Target="../media/image19.png"/><Relationship Id="rId4" Type="http://schemas.openxmlformats.org/officeDocument/2006/relationships/image" Target="../media/image18.svg"/><Relationship Id="rId3" Type="http://schemas.openxmlformats.org/officeDocument/2006/relationships/image" Target="../media/image17.png"/><Relationship Id="rId2" Type="http://schemas.openxmlformats.org/officeDocument/2006/relationships/image" Target="../media/image16.svg"/><Relationship Id="rId11" Type="http://schemas.openxmlformats.org/officeDocument/2006/relationships/slideLayout" Target="../slideLayouts/slideLayout7.xml"/><Relationship Id="rId10" Type="http://schemas.openxmlformats.org/officeDocument/2006/relationships/image" Target="../media/image24.svg"/><Relationship Id="rId1" Type="http://schemas.openxmlformats.org/officeDocument/2006/relationships/image" Target="../media/image15.png"/></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5.jpeg"/></Relationships>
</file>

<file path=ppt/slides/_rels/slide6.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8.svg"/><Relationship Id="rId4" Type="http://schemas.openxmlformats.org/officeDocument/2006/relationships/image" Target="../media/image7.png"/><Relationship Id="rId3" Type="http://schemas.openxmlformats.org/officeDocument/2006/relationships/image" Target="../media/image28.svg"/><Relationship Id="rId2" Type="http://schemas.openxmlformats.org/officeDocument/2006/relationships/image" Target="../media/image27.png"/><Relationship Id="rId1" Type="http://schemas.openxmlformats.org/officeDocument/2006/relationships/image" Target="../media/image26.jpeg"/></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30.svg"/><Relationship Id="rId1" Type="http://schemas.openxmlformats.org/officeDocument/2006/relationships/image" Target="../media/image29.png"/></Relationships>
</file>

<file path=ppt/slides/_rels/slide8.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35.png"/><Relationship Id="rId4" Type="http://schemas.openxmlformats.org/officeDocument/2006/relationships/image" Target="../media/image34.png"/><Relationship Id="rId3" Type="http://schemas.openxmlformats.org/officeDocument/2006/relationships/image" Target="../media/image33.svg"/><Relationship Id="rId2" Type="http://schemas.openxmlformats.org/officeDocument/2006/relationships/image" Target="../media/image32.png"/><Relationship Id="rId1" Type="http://schemas.openxmlformats.org/officeDocument/2006/relationships/image" Target="../media/image31.jpeg"/></Relationships>
</file>

<file path=ppt/slides/_rels/slide9.xml.rels><?xml version="1.0" encoding="UTF-8" standalone="yes"?>
<Relationships xmlns="http://schemas.openxmlformats.org/package/2006/relationships"><Relationship Id="rId9" Type="http://schemas.openxmlformats.org/officeDocument/2006/relationships/image" Target="../media/image44.svg"/><Relationship Id="rId8" Type="http://schemas.openxmlformats.org/officeDocument/2006/relationships/image" Target="../media/image43.png"/><Relationship Id="rId7" Type="http://schemas.openxmlformats.org/officeDocument/2006/relationships/image" Target="../media/image42.svg"/><Relationship Id="rId6" Type="http://schemas.openxmlformats.org/officeDocument/2006/relationships/image" Target="../media/image41.png"/><Relationship Id="rId5" Type="http://schemas.openxmlformats.org/officeDocument/2006/relationships/image" Target="../media/image40.svg"/><Relationship Id="rId4" Type="http://schemas.openxmlformats.org/officeDocument/2006/relationships/image" Target="../media/image39.png"/><Relationship Id="rId3" Type="http://schemas.openxmlformats.org/officeDocument/2006/relationships/image" Target="../media/image38.svg"/><Relationship Id="rId2" Type="http://schemas.openxmlformats.org/officeDocument/2006/relationships/image" Target="../media/image37.png"/><Relationship Id="rId12" Type="http://schemas.openxmlformats.org/officeDocument/2006/relationships/slideLayout" Target="../slideLayouts/slideLayout7.xml"/><Relationship Id="rId11" Type="http://schemas.openxmlformats.org/officeDocument/2006/relationships/image" Target="../media/image46.svg"/><Relationship Id="rId10" Type="http://schemas.openxmlformats.org/officeDocument/2006/relationships/image" Target="../media/image45.png"/><Relationship Id="rId1" Type="http://schemas.openxmlformats.org/officeDocument/2006/relationships/image" Target="../media/image36.jpeg"/></Relationships>
</file>

<file path=ppt/slides/_rels/slide10.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49.png"/><Relationship Id="rId2" Type="http://schemas.openxmlformats.org/officeDocument/2006/relationships/image" Target="../media/image48.svg"/><Relationship Id="rId1" Type="http://schemas.openxmlformats.org/officeDocument/2006/relationships/image" Target="../media/image47.png"/></Relationships>
</file>

<file path=ppt/slides/_rels/slide11.xml.rels><?xml version="1.0" encoding="UTF-8" standalone="yes"?>
<Relationships xmlns="http://schemas.openxmlformats.org/package/2006/relationships"><Relationship Id="rId9" Type="http://schemas.openxmlformats.org/officeDocument/2006/relationships/image" Target="../media/image57.svg"/><Relationship Id="rId8" Type="http://schemas.openxmlformats.org/officeDocument/2006/relationships/image" Target="../media/image56.png"/><Relationship Id="rId7" Type="http://schemas.openxmlformats.org/officeDocument/2006/relationships/image" Target="../media/image55.svg"/><Relationship Id="rId6" Type="http://schemas.openxmlformats.org/officeDocument/2006/relationships/image" Target="../media/image54.png"/><Relationship Id="rId5" Type="http://schemas.openxmlformats.org/officeDocument/2006/relationships/image" Target="../media/image53.svg"/><Relationship Id="rId4" Type="http://schemas.openxmlformats.org/officeDocument/2006/relationships/image" Target="../media/image52.png"/><Relationship Id="rId3" Type="http://schemas.openxmlformats.org/officeDocument/2006/relationships/image" Target="../media/image13.png"/><Relationship Id="rId2" Type="http://schemas.openxmlformats.org/officeDocument/2006/relationships/image" Target="../media/image51.svg"/><Relationship Id="rId10" Type="http://schemas.openxmlformats.org/officeDocument/2006/relationships/slideLayout" Target="../slideLayouts/slideLayout7.xml"/><Relationship Id="rId1" Type="http://schemas.openxmlformats.org/officeDocument/2006/relationships/image" Target="../media/image50.png"/></Relationships>
</file>

<file path=ppt/slides/_rels/slide12.xml.rels><?xml version="1.0" encoding="UTF-8" standalone="yes"?>
<Relationships xmlns="http://schemas.openxmlformats.org/package/2006/relationships"><Relationship Id="rId9" Type="http://schemas.openxmlformats.org/officeDocument/2006/relationships/slideLayout" Target="../slideLayouts/slideLayout7.xml"/><Relationship Id="rId8" Type="http://schemas.openxmlformats.org/officeDocument/2006/relationships/image" Target="../media/image62.svg"/><Relationship Id="rId7" Type="http://schemas.openxmlformats.org/officeDocument/2006/relationships/image" Target="../media/image61.png"/><Relationship Id="rId6" Type="http://schemas.openxmlformats.org/officeDocument/2006/relationships/image" Target="../media/image33.svg"/><Relationship Id="rId5" Type="http://schemas.openxmlformats.org/officeDocument/2006/relationships/image" Target="../media/image32.png"/><Relationship Id="rId4" Type="http://schemas.openxmlformats.org/officeDocument/2006/relationships/image" Target="../media/image13.png"/><Relationship Id="rId3" Type="http://schemas.openxmlformats.org/officeDocument/2006/relationships/image" Target="../media/image60.jpeg"/><Relationship Id="rId2" Type="http://schemas.openxmlformats.org/officeDocument/2006/relationships/image" Target="../media/image59.jpeg"/><Relationship Id="rId1" Type="http://schemas.openxmlformats.org/officeDocument/2006/relationships/image" Target="../media/image58.jpeg"/></Relationships>
</file>

<file path=ppt/slides/_rels/slide13.xml.rels><?xml version="1.0" encoding="UTF-8" standalone="yes"?>
<Relationships xmlns="http://schemas.openxmlformats.org/package/2006/relationships"><Relationship Id="rId9" Type="http://schemas.openxmlformats.org/officeDocument/2006/relationships/image" Target="../media/image66.svg"/><Relationship Id="rId8" Type="http://schemas.openxmlformats.org/officeDocument/2006/relationships/image" Target="../media/image65.png"/><Relationship Id="rId7" Type="http://schemas.openxmlformats.org/officeDocument/2006/relationships/image" Target="../media/image64.svg"/><Relationship Id="rId6" Type="http://schemas.openxmlformats.org/officeDocument/2006/relationships/image" Target="../media/image63.png"/><Relationship Id="rId5" Type="http://schemas.openxmlformats.org/officeDocument/2006/relationships/image" Target="../media/image5.svg"/><Relationship Id="rId4" Type="http://schemas.openxmlformats.org/officeDocument/2006/relationships/image" Target="../media/image4.png"/><Relationship Id="rId3" Type="http://schemas.openxmlformats.org/officeDocument/2006/relationships/image" Target="../media/image31.jpeg"/><Relationship Id="rId2" Type="http://schemas.openxmlformats.org/officeDocument/2006/relationships/image" Target="../media/image33.svg"/><Relationship Id="rId10" Type="http://schemas.openxmlformats.org/officeDocument/2006/relationships/slideLayout" Target="../slideLayouts/slideLayout7.xml"/><Relationship Id="rId1" Type="http://schemas.openxmlformats.org/officeDocument/2006/relationships/image" Target="../media/image32.png"/></Relationships>
</file>

<file path=ppt/slides/_rels/slide14.xml.rels><?xml version="1.0" encoding="UTF-8" standalone="yes"?>
<Relationships xmlns="http://schemas.openxmlformats.org/package/2006/relationships"><Relationship Id="rId97" Type="http://schemas.openxmlformats.org/officeDocument/2006/relationships/slideLayout" Target="../slideLayouts/slideLayout7.xml"/><Relationship Id="rId96" Type="http://schemas.openxmlformats.org/officeDocument/2006/relationships/image" Target="../media/image162.svg"/><Relationship Id="rId95" Type="http://schemas.openxmlformats.org/officeDocument/2006/relationships/image" Target="../media/image161.png"/><Relationship Id="rId94" Type="http://schemas.openxmlformats.org/officeDocument/2006/relationships/image" Target="../media/image160.svg"/><Relationship Id="rId93" Type="http://schemas.openxmlformats.org/officeDocument/2006/relationships/image" Target="../media/image159.png"/><Relationship Id="rId92" Type="http://schemas.openxmlformats.org/officeDocument/2006/relationships/image" Target="../media/image158.svg"/><Relationship Id="rId91" Type="http://schemas.openxmlformats.org/officeDocument/2006/relationships/image" Target="../media/image157.png"/><Relationship Id="rId90" Type="http://schemas.openxmlformats.org/officeDocument/2006/relationships/image" Target="../media/image156.svg"/><Relationship Id="rId9" Type="http://schemas.openxmlformats.org/officeDocument/2006/relationships/image" Target="../media/image75.png"/><Relationship Id="rId89" Type="http://schemas.openxmlformats.org/officeDocument/2006/relationships/image" Target="../media/image155.png"/><Relationship Id="rId88" Type="http://schemas.openxmlformats.org/officeDocument/2006/relationships/image" Target="../media/image154.svg"/><Relationship Id="rId87" Type="http://schemas.openxmlformats.org/officeDocument/2006/relationships/image" Target="../media/image153.png"/><Relationship Id="rId86" Type="http://schemas.openxmlformats.org/officeDocument/2006/relationships/image" Target="../media/image152.svg"/><Relationship Id="rId85" Type="http://schemas.openxmlformats.org/officeDocument/2006/relationships/image" Target="../media/image151.png"/><Relationship Id="rId84" Type="http://schemas.openxmlformats.org/officeDocument/2006/relationships/image" Target="../media/image150.svg"/><Relationship Id="rId83" Type="http://schemas.openxmlformats.org/officeDocument/2006/relationships/image" Target="../media/image149.png"/><Relationship Id="rId82" Type="http://schemas.openxmlformats.org/officeDocument/2006/relationships/image" Target="../media/image148.svg"/><Relationship Id="rId81" Type="http://schemas.openxmlformats.org/officeDocument/2006/relationships/image" Target="../media/image147.png"/><Relationship Id="rId80" Type="http://schemas.openxmlformats.org/officeDocument/2006/relationships/image" Target="../media/image146.svg"/><Relationship Id="rId8" Type="http://schemas.openxmlformats.org/officeDocument/2006/relationships/image" Target="../media/image74.svg"/><Relationship Id="rId79" Type="http://schemas.openxmlformats.org/officeDocument/2006/relationships/image" Target="../media/image145.png"/><Relationship Id="rId78" Type="http://schemas.openxmlformats.org/officeDocument/2006/relationships/image" Target="../media/image144.svg"/><Relationship Id="rId77" Type="http://schemas.openxmlformats.org/officeDocument/2006/relationships/image" Target="../media/image143.png"/><Relationship Id="rId76" Type="http://schemas.openxmlformats.org/officeDocument/2006/relationships/image" Target="../media/image142.svg"/><Relationship Id="rId75" Type="http://schemas.openxmlformats.org/officeDocument/2006/relationships/image" Target="../media/image141.png"/><Relationship Id="rId74" Type="http://schemas.openxmlformats.org/officeDocument/2006/relationships/image" Target="../media/image140.svg"/><Relationship Id="rId73" Type="http://schemas.openxmlformats.org/officeDocument/2006/relationships/image" Target="../media/image139.png"/><Relationship Id="rId72" Type="http://schemas.openxmlformats.org/officeDocument/2006/relationships/image" Target="../media/image138.svg"/><Relationship Id="rId71" Type="http://schemas.openxmlformats.org/officeDocument/2006/relationships/image" Target="../media/image137.png"/><Relationship Id="rId70" Type="http://schemas.openxmlformats.org/officeDocument/2006/relationships/image" Target="../media/image136.svg"/><Relationship Id="rId7" Type="http://schemas.openxmlformats.org/officeDocument/2006/relationships/image" Target="../media/image73.png"/><Relationship Id="rId69" Type="http://schemas.openxmlformats.org/officeDocument/2006/relationships/image" Target="../media/image135.png"/><Relationship Id="rId68" Type="http://schemas.openxmlformats.org/officeDocument/2006/relationships/image" Target="../media/image134.svg"/><Relationship Id="rId67" Type="http://schemas.openxmlformats.org/officeDocument/2006/relationships/image" Target="../media/image133.png"/><Relationship Id="rId66" Type="http://schemas.openxmlformats.org/officeDocument/2006/relationships/image" Target="../media/image132.svg"/><Relationship Id="rId65" Type="http://schemas.openxmlformats.org/officeDocument/2006/relationships/image" Target="../media/image131.png"/><Relationship Id="rId64" Type="http://schemas.openxmlformats.org/officeDocument/2006/relationships/image" Target="../media/image130.svg"/><Relationship Id="rId63" Type="http://schemas.openxmlformats.org/officeDocument/2006/relationships/image" Target="../media/image129.png"/><Relationship Id="rId62" Type="http://schemas.openxmlformats.org/officeDocument/2006/relationships/image" Target="../media/image128.svg"/><Relationship Id="rId61" Type="http://schemas.openxmlformats.org/officeDocument/2006/relationships/image" Target="../media/image127.png"/><Relationship Id="rId60" Type="http://schemas.openxmlformats.org/officeDocument/2006/relationships/image" Target="../media/image126.svg"/><Relationship Id="rId6" Type="http://schemas.openxmlformats.org/officeDocument/2006/relationships/image" Target="../media/image72.svg"/><Relationship Id="rId59" Type="http://schemas.openxmlformats.org/officeDocument/2006/relationships/image" Target="../media/image125.png"/><Relationship Id="rId58" Type="http://schemas.openxmlformats.org/officeDocument/2006/relationships/image" Target="../media/image124.svg"/><Relationship Id="rId57" Type="http://schemas.openxmlformats.org/officeDocument/2006/relationships/image" Target="../media/image123.png"/><Relationship Id="rId56" Type="http://schemas.openxmlformats.org/officeDocument/2006/relationships/image" Target="../media/image122.svg"/><Relationship Id="rId55" Type="http://schemas.openxmlformats.org/officeDocument/2006/relationships/image" Target="../media/image121.png"/><Relationship Id="rId54" Type="http://schemas.openxmlformats.org/officeDocument/2006/relationships/image" Target="../media/image120.svg"/><Relationship Id="rId53" Type="http://schemas.openxmlformats.org/officeDocument/2006/relationships/image" Target="../media/image119.png"/><Relationship Id="rId52" Type="http://schemas.openxmlformats.org/officeDocument/2006/relationships/image" Target="../media/image118.svg"/><Relationship Id="rId51" Type="http://schemas.openxmlformats.org/officeDocument/2006/relationships/image" Target="../media/image117.png"/><Relationship Id="rId50" Type="http://schemas.openxmlformats.org/officeDocument/2006/relationships/image" Target="../media/image116.svg"/><Relationship Id="rId5" Type="http://schemas.openxmlformats.org/officeDocument/2006/relationships/image" Target="../media/image71.png"/><Relationship Id="rId49" Type="http://schemas.openxmlformats.org/officeDocument/2006/relationships/image" Target="../media/image115.png"/><Relationship Id="rId48" Type="http://schemas.openxmlformats.org/officeDocument/2006/relationships/image" Target="../media/image114.svg"/><Relationship Id="rId47" Type="http://schemas.openxmlformats.org/officeDocument/2006/relationships/image" Target="../media/image113.png"/><Relationship Id="rId46" Type="http://schemas.openxmlformats.org/officeDocument/2006/relationships/image" Target="../media/image112.svg"/><Relationship Id="rId45" Type="http://schemas.openxmlformats.org/officeDocument/2006/relationships/image" Target="../media/image111.png"/><Relationship Id="rId44" Type="http://schemas.openxmlformats.org/officeDocument/2006/relationships/image" Target="../media/image110.svg"/><Relationship Id="rId43" Type="http://schemas.openxmlformats.org/officeDocument/2006/relationships/image" Target="../media/image109.png"/><Relationship Id="rId42" Type="http://schemas.openxmlformats.org/officeDocument/2006/relationships/image" Target="../media/image108.svg"/><Relationship Id="rId41" Type="http://schemas.openxmlformats.org/officeDocument/2006/relationships/image" Target="../media/image107.png"/><Relationship Id="rId40" Type="http://schemas.openxmlformats.org/officeDocument/2006/relationships/image" Target="../media/image106.svg"/><Relationship Id="rId4" Type="http://schemas.openxmlformats.org/officeDocument/2006/relationships/image" Target="../media/image70.svg"/><Relationship Id="rId39" Type="http://schemas.openxmlformats.org/officeDocument/2006/relationships/image" Target="../media/image105.png"/><Relationship Id="rId38" Type="http://schemas.openxmlformats.org/officeDocument/2006/relationships/image" Target="../media/image104.svg"/><Relationship Id="rId37" Type="http://schemas.openxmlformats.org/officeDocument/2006/relationships/image" Target="../media/image103.png"/><Relationship Id="rId36" Type="http://schemas.openxmlformats.org/officeDocument/2006/relationships/image" Target="../media/image102.svg"/><Relationship Id="rId35" Type="http://schemas.openxmlformats.org/officeDocument/2006/relationships/image" Target="../media/image101.png"/><Relationship Id="rId34" Type="http://schemas.openxmlformats.org/officeDocument/2006/relationships/image" Target="../media/image100.svg"/><Relationship Id="rId33" Type="http://schemas.openxmlformats.org/officeDocument/2006/relationships/image" Target="../media/image99.png"/><Relationship Id="rId32" Type="http://schemas.openxmlformats.org/officeDocument/2006/relationships/image" Target="../media/image98.svg"/><Relationship Id="rId31" Type="http://schemas.openxmlformats.org/officeDocument/2006/relationships/image" Target="../media/image97.png"/><Relationship Id="rId30" Type="http://schemas.openxmlformats.org/officeDocument/2006/relationships/image" Target="../media/image96.svg"/><Relationship Id="rId3" Type="http://schemas.openxmlformats.org/officeDocument/2006/relationships/image" Target="../media/image69.png"/><Relationship Id="rId29" Type="http://schemas.openxmlformats.org/officeDocument/2006/relationships/image" Target="../media/image95.png"/><Relationship Id="rId28" Type="http://schemas.openxmlformats.org/officeDocument/2006/relationships/image" Target="../media/image94.svg"/><Relationship Id="rId27" Type="http://schemas.openxmlformats.org/officeDocument/2006/relationships/image" Target="../media/image93.png"/><Relationship Id="rId26" Type="http://schemas.openxmlformats.org/officeDocument/2006/relationships/image" Target="../media/image92.svg"/><Relationship Id="rId25" Type="http://schemas.openxmlformats.org/officeDocument/2006/relationships/image" Target="../media/image91.png"/><Relationship Id="rId24" Type="http://schemas.openxmlformats.org/officeDocument/2006/relationships/image" Target="../media/image90.svg"/><Relationship Id="rId23" Type="http://schemas.openxmlformats.org/officeDocument/2006/relationships/image" Target="../media/image89.png"/><Relationship Id="rId22" Type="http://schemas.openxmlformats.org/officeDocument/2006/relationships/image" Target="../media/image88.svg"/><Relationship Id="rId21" Type="http://schemas.openxmlformats.org/officeDocument/2006/relationships/image" Target="../media/image87.png"/><Relationship Id="rId20" Type="http://schemas.openxmlformats.org/officeDocument/2006/relationships/image" Target="../media/image86.svg"/><Relationship Id="rId2" Type="http://schemas.openxmlformats.org/officeDocument/2006/relationships/image" Target="../media/image68.svg"/><Relationship Id="rId19" Type="http://schemas.openxmlformats.org/officeDocument/2006/relationships/image" Target="../media/image85.png"/><Relationship Id="rId18" Type="http://schemas.openxmlformats.org/officeDocument/2006/relationships/image" Target="../media/image84.svg"/><Relationship Id="rId17" Type="http://schemas.openxmlformats.org/officeDocument/2006/relationships/image" Target="../media/image83.png"/><Relationship Id="rId16" Type="http://schemas.openxmlformats.org/officeDocument/2006/relationships/image" Target="../media/image82.svg"/><Relationship Id="rId15" Type="http://schemas.openxmlformats.org/officeDocument/2006/relationships/image" Target="../media/image81.png"/><Relationship Id="rId14" Type="http://schemas.openxmlformats.org/officeDocument/2006/relationships/image" Target="../media/image80.svg"/><Relationship Id="rId13" Type="http://schemas.openxmlformats.org/officeDocument/2006/relationships/image" Target="../media/image79.png"/><Relationship Id="rId12" Type="http://schemas.openxmlformats.org/officeDocument/2006/relationships/image" Target="../media/image78.svg"/><Relationship Id="rId11" Type="http://schemas.openxmlformats.org/officeDocument/2006/relationships/image" Target="../media/image77.png"/><Relationship Id="rId10" Type="http://schemas.openxmlformats.org/officeDocument/2006/relationships/image" Target="../media/image76.svg"/><Relationship Id="rId1" Type="http://schemas.openxmlformats.org/officeDocument/2006/relationships/image" Target="../media/image67.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p:cNvGrpSpPr/>
        <p:nvPr/>
      </p:nvGrpSpPr>
      <p:grpSpPr>
        <a:xfrm>
          <a:off x="0" y="0"/>
          <a:ext cx="0" cy="0"/>
          <a:chOff x="0" y="0"/>
          <a:chExt cx="0" cy="0"/>
        </a:xfrm>
      </p:grpSpPr>
      <p:grpSp>
        <p:nvGrpSpPr>
          <p:cNvPr id="2" name="Group 2"/>
          <p:cNvGrpSpPr/>
          <p:nvPr/>
        </p:nvGrpSpPr>
        <p:grpSpPr>
          <a:xfrm rot="-5400000">
            <a:off x="11392544" y="4154952"/>
            <a:ext cx="11958151" cy="1929323"/>
            <a:chOff x="0" y="0"/>
            <a:chExt cx="3149472" cy="508135"/>
          </a:xfrm>
        </p:grpSpPr>
        <p:sp>
          <p:nvSpPr>
            <p:cNvPr id="3" name="Freeform 3"/>
            <p:cNvSpPr/>
            <p:nvPr/>
          </p:nvSpPr>
          <p:spPr>
            <a:xfrm>
              <a:off x="0" y="0"/>
              <a:ext cx="3149472" cy="508135"/>
            </a:xfrm>
            <a:custGeom>
              <a:avLst/>
              <a:gdLst/>
              <a:ahLst/>
              <a:cxnLst/>
              <a:rect l="l" t="t" r="r" b="b"/>
              <a:pathLst>
                <a:path w="3149472" h="508135">
                  <a:moveTo>
                    <a:pt x="0" y="0"/>
                  </a:moveTo>
                  <a:lnTo>
                    <a:pt x="3149472" y="0"/>
                  </a:lnTo>
                  <a:lnTo>
                    <a:pt x="3149472" y="508135"/>
                  </a:lnTo>
                  <a:lnTo>
                    <a:pt x="0" y="508135"/>
                  </a:lnTo>
                  <a:close/>
                </a:path>
              </a:pathLst>
            </a:custGeom>
            <a:solidFill>
              <a:srgbClr val="145DA0"/>
            </a:solidFill>
          </p:spPr>
        </p:sp>
        <p:sp>
          <p:nvSpPr>
            <p:cNvPr id="4" name="TextBox 4"/>
            <p:cNvSpPr txBox="1"/>
            <p:nvPr/>
          </p:nvSpPr>
          <p:spPr>
            <a:xfrm>
              <a:off x="0" y="-28575"/>
              <a:ext cx="3149472" cy="536710"/>
            </a:xfrm>
            <a:prstGeom prst="rect">
              <a:avLst/>
            </a:prstGeom>
          </p:spPr>
          <p:txBody>
            <a:bodyPr lIns="50800" tIns="50800" rIns="50800" bIns="50800" rtlCol="0" anchor="ctr"/>
            <a:lstStyle/>
            <a:p>
              <a:pPr algn="ctr">
                <a:lnSpc>
                  <a:spcPts val="2590"/>
                </a:lnSpc>
              </a:pPr>
            </a:p>
          </p:txBody>
        </p:sp>
      </p:grpSp>
      <p:sp>
        <p:nvSpPr>
          <p:cNvPr id="5" name="Freeform 5"/>
          <p:cNvSpPr/>
          <p:nvPr/>
        </p:nvSpPr>
        <p:spPr>
          <a:xfrm>
            <a:off x="11208957" y="-1011147"/>
            <a:ext cx="2647750" cy="2647750"/>
          </a:xfrm>
          <a:custGeom>
            <a:avLst/>
            <a:gdLst/>
            <a:ahLst/>
            <a:cxnLst/>
            <a:rect l="l" t="t" r="r" b="b"/>
            <a:pathLst>
              <a:path w="2647750" h="2647750">
                <a:moveTo>
                  <a:pt x="0" y="0"/>
                </a:moveTo>
                <a:lnTo>
                  <a:pt x="2647750" y="0"/>
                </a:lnTo>
                <a:lnTo>
                  <a:pt x="2647750" y="2647750"/>
                </a:lnTo>
                <a:lnTo>
                  <a:pt x="0" y="2647750"/>
                </a:lnTo>
                <a:lnTo>
                  <a:pt x="0" y="0"/>
                </a:lnTo>
                <a:close/>
              </a:path>
            </a:pathLst>
          </a:custGeom>
          <a:blipFill>
            <a:blip r:embed="rId1">
              <a:extLst>
                <a:ext uri="{96DAC541-7B7A-43D3-8B79-37D633B846F1}">
                  <asvg:svgBlip xmlns:asvg="http://schemas.microsoft.com/office/drawing/2016/SVG/main" r:embed="rId2"/>
                </a:ext>
              </a:extLst>
            </a:blip>
            <a:stretch>
              <a:fillRect/>
            </a:stretch>
          </a:blipFill>
        </p:spPr>
      </p:sp>
      <p:grpSp>
        <p:nvGrpSpPr>
          <p:cNvPr id="6" name="Group 6"/>
          <p:cNvGrpSpPr>
            <a:grpSpLocks noChangeAspect="1"/>
          </p:cNvGrpSpPr>
          <p:nvPr/>
        </p:nvGrpSpPr>
        <p:grpSpPr>
          <a:xfrm rot="0">
            <a:off x="10380940" y="649592"/>
            <a:ext cx="7516996" cy="8987817"/>
            <a:chOff x="0" y="0"/>
            <a:chExt cx="8603361" cy="10286746"/>
          </a:xfrm>
        </p:grpSpPr>
        <p:sp>
          <p:nvSpPr>
            <p:cNvPr id="7" name="Freeform 7"/>
            <p:cNvSpPr/>
            <p:nvPr/>
          </p:nvSpPr>
          <p:spPr>
            <a:xfrm>
              <a:off x="-2794" y="-128"/>
              <a:ext cx="8606155" cy="10286874"/>
            </a:xfrm>
            <a:custGeom>
              <a:avLst/>
              <a:gdLst/>
              <a:ahLst/>
              <a:cxnLst/>
              <a:rect l="l" t="t" r="r" b="b"/>
              <a:pathLst>
                <a:path w="8606155" h="10286874">
                  <a:moveTo>
                    <a:pt x="8606155" y="10251441"/>
                  </a:moveTo>
                  <a:cubicBezTo>
                    <a:pt x="8606155" y="10284588"/>
                    <a:pt x="8595487" y="10286874"/>
                    <a:pt x="8567674" y="10286874"/>
                  </a:cubicBezTo>
                  <a:cubicBezTo>
                    <a:pt x="5713094" y="10286239"/>
                    <a:pt x="2858643" y="10286239"/>
                    <a:pt x="4064" y="10286239"/>
                  </a:cubicBezTo>
                  <a:cubicBezTo>
                    <a:pt x="0" y="10272396"/>
                    <a:pt x="6350" y="10259823"/>
                    <a:pt x="9271" y="10246996"/>
                  </a:cubicBezTo>
                  <a:cubicBezTo>
                    <a:pt x="134747" y="9685402"/>
                    <a:pt x="260350" y="9123935"/>
                    <a:pt x="386207" y="8562467"/>
                  </a:cubicBezTo>
                  <a:cubicBezTo>
                    <a:pt x="565658" y="7761986"/>
                    <a:pt x="745490" y="6961633"/>
                    <a:pt x="924814" y="6161151"/>
                  </a:cubicBezTo>
                  <a:cubicBezTo>
                    <a:pt x="1146302" y="5172583"/>
                    <a:pt x="1367282" y="4184015"/>
                    <a:pt x="1588643" y="3195574"/>
                  </a:cubicBezTo>
                  <a:cubicBezTo>
                    <a:pt x="1813560" y="2191385"/>
                    <a:pt x="2038604" y="1187323"/>
                    <a:pt x="2264156" y="183261"/>
                  </a:cubicBezTo>
                  <a:cubicBezTo>
                    <a:pt x="2277872" y="122174"/>
                    <a:pt x="2286635" y="59690"/>
                    <a:pt x="2308860" y="635"/>
                  </a:cubicBezTo>
                  <a:cubicBezTo>
                    <a:pt x="4395216" y="635"/>
                    <a:pt x="6481572" y="635"/>
                    <a:pt x="8567928" y="0"/>
                  </a:cubicBezTo>
                  <a:cubicBezTo>
                    <a:pt x="8596249" y="0"/>
                    <a:pt x="8605901" y="3429"/>
                    <a:pt x="8605901" y="35814"/>
                  </a:cubicBezTo>
                  <a:cubicBezTo>
                    <a:pt x="8605139" y="3441066"/>
                    <a:pt x="8605139" y="6846317"/>
                    <a:pt x="8606155" y="10251441"/>
                  </a:cubicBezTo>
                  <a:close/>
                </a:path>
              </a:pathLst>
            </a:custGeom>
            <a:blipFill>
              <a:blip r:embed="rId3"/>
              <a:stretch>
                <a:fillRect t="-12765" b="-12765"/>
              </a:stretch>
            </a:blipFill>
          </p:spPr>
        </p:sp>
      </p:grpSp>
      <p:sp>
        <p:nvSpPr>
          <p:cNvPr id="8" name="TextBox 8"/>
          <p:cNvSpPr txBox="1"/>
          <p:nvPr/>
        </p:nvSpPr>
        <p:spPr>
          <a:xfrm>
            <a:off x="1573748" y="7036704"/>
            <a:ext cx="7913921" cy="462835"/>
          </a:xfrm>
          <a:prstGeom prst="rect">
            <a:avLst/>
          </a:prstGeom>
        </p:spPr>
        <p:txBody>
          <a:bodyPr lIns="0" tIns="0" rIns="0" bIns="0" rtlCol="0" anchor="t">
            <a:spAutoFit/>
          </a:bodyPr>
          <a:lstStyle/>
          <a:p>
            <a:pPr marL="0" lvl="0" indent="0" algn="l">
              <a:lnSpc>
                <a:spcPts val="3725"/>
              </a:lnSpc>
              <a:spcBef>
                <a:spcPct val="0"/>
              </a:spcBef>
            </a:pPr>
            <a:r>
              <a:rPr lang="en-US" sz="3030" i="1">
                <a:solidFill>
                  <a:srgbClr val="56AEFF"/>
                </a:solidFill>
                <a:latin typeface="DM Sans Italics"/>
                <a:ea typeface="DM Sans Italics"/>
                <a:cs typeface="DM Sans Italics"/>
                <a:sym typeface="DM Sans Italics"/>
              </a:rPr>
              <a:t>Presented by: Olivia Wilson</a:t>
            </a:r>
            <a:endParaRPr lang="en-US" sz="3030" i="1">
              <a:solidFill>
                <a:srgbClr val="56AEFF"/>
              </a:solidFill>
              <a:latin typeface="DM Sans Italics"/>
              <a:ea typeface="DM Sans Italics"/>
              <a:cs typeface="DM Sans Italics"/>
              <a:sym typeface="DM Sans Italics"/>
            </a:endParaRPr>
          </a:p>
        </p:txBody>
      </p:sp>
      <p:sp>
        <p:nvSpPr>
          <p:cNvPr id="9" name="TextBox 9"/>
          <p:cNvSpPr txBox="1"/>
          <p:nvPr/>
        </p:nvSpPr>
        <p:spPr>
          <a:xfrm>
            <a:off x="1573748" y="3625154"/>
            <a:ext cx="10959085" cy="1739900"/>
          </a:xfrm>
          <a:prstGeom prst="rect">
            <a:avLst/>
          </a:prstGeom>
        </p:spPr>
        <p:txBody>
          <a:bodyPr lIns="0" tIns="0" rIns="0" bIns="0" rtlCol="0" anchor="t">
            <a:spAutoFit/>
          </a:bodyPr>
          <a:lstStyle/>
          <a:p>
            <a:pPr algn="l">
              <a:lnSpc>
                <a:spcPts val="13570"/>
              </a:lnSpc>
            </a:pPr>
            <a:r>
              <a:rPr lang="en-US" sz="11305" b="1">
                <a:solidFill>
                  <a:srgbClr val="FFFBFB"/>
                </a:solidFill>
                <a:latin typeface="Now Bold" panose="00000800000000000000"/>
                <a:ea typeface="Now Bold" panose="00000800000000000000"/>
                <a:cs typeface="Now Bold" panose="00000800000000000000"/>
                <a:sym typeface="Now Bold" panose="00000800000000000000"/>
              </a:rPr>
              <a:t>Traceability</a:t>
            </a:r>
            <a:endParaRPr lang="en-US" sz="11305" b="1">
              <a:solidFill>
                <a:srgbClr val="FFFBFB"/>
              </a:solidFill>
              <a:latin typeface="Now Bold" panose="00000800000000000000"/>
              <a:ea typeface="Now Bold" panose="00000800000000000000"/>
              <a:cs typeface="Now Bold" panose="00000800000000000000"/>
              <a:sym typeface="Now Bold" panose="00000800000000000000"/>
            </a:endParaRPr>
          </a:p>
        </p:txBody>
      </p:sp>
      <p:sp>
        <p:nvSpPr>
          <p:cNvPr id="10" name="TextBox 10"/>
          <p:cNvSpPr txBox="1"/>
          <p:nvPr/>
        </p:nvSpPr>
        <p:spPr>
          <a:xfrm>
            <a:off x="2598623" y="1245875"/>
            <a:ext cx="2126388" cy="791320"/>
          </a:xfrm>
          <a:prstGeom prst="rect">
            <a:avLst/>
          </a:prstGeom>
        </p:spPr>
        <p:txBody>
          <a:bodyPr lIns="0" tIns="0" rIns="0" bIns="0" rtlCol="0" anchor="t">
            <a:spAutoFit/>
          </a:bodyPr>
          <a:lstStyle/>
          <a:p>
            <a:pPr algn="l">
              <a:lnSpc>
                <a:spcPts val="3130"/>
              </a:lnSpc>
            </a:pPr>
            <a:r>
              <a:rPr lang="en-US" sz="2545" i="1" spc="-50">
                <a:solidFill>
                  <a:srgbClr val="56AEFF"/>
                </a:solidFill>
                <a:latin typeface="DM Sans Italics"/>
                <a:ea typeface="DM Sans Italics"/>
                <a:cs typeface="DM Sans Italics"/>
                <a:sym typeface="DM Sans Italics"/>
              </a:rPr>
              <a:t>Studio Shodwe</a:t>
            </a:r>
            <a:endParaRPr lang="en-US" sz="2545" i="1" spc="-50">
              <a:solidFill>
                <a:srgbClr val="56AEFF"/>
              </a:solidFill>
              <a:latin typeface="DM Sans Italics"/>
              <a:ea typeface="DM Sans Italics"/>
              <a:cs typeface="DM Sans Italics"/>
              <a:sym typeface="DM Sans Italics"/>
            </a:endParaRPr>
          </a:p>
        </p:txBody>
      </p:sp>
      <p:sp>
        <p:nvSpPr>
          <p:cNvPr id="11" name="Freeform 11"/>
          <p:cNvSpPr/>
          <p:nvPr/>
        </p:nvSpPr>
        <p:spPr>
          <a:xfrm>
            <a:off x="1573748" y="1146060"/>
            <a:ext cx="846187" cy="981086"/>
          </a:xfrm>
          <a:custGeom>
            <a:avLst/>
            <a:gdLst/>
            <a:ahLst/>
            <a:cxnLst/>
            <a:rect l="l" t="t" r="r" b="b"/>
            <a:pathLst>
              <a:path w="846187" h="981086">
                <a:moveTo>
                  <a:pt x="0" y="0"/>
                </a:moveTo>
                <a:lnTo>
                  <a:pt x="846186" y="0"/>
                </a:lnTo>
                <a:lnTo>
                  <a:pt x="846186" y="981086"/>
                </a:lnTo>
                <a:lnTo>
                  <a:pt x="0" y="981086"/>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12" name="Freeform 12"/>
          <p:cNvSpPr/>
          <p:nvPr/>
        </p:nvSpPr>
        <p:spPr>
          <a:xfrm>
            <a:off x="-295175" y="8630507"/>
            <a:ext cx="2647750" cy="2647750"/>
          </a:xfrm>
          <a:custGeom>
            <a:avLst/>
            <a:gdLst/>
            <a:ahLst/>
            <a:cxnLst/>
            <a:rect l="l" t="t" r="r" b="b"/>
            <a:pathLst>
              <a:path w="2647750" h="2647750">
                <a:moveTo>
                  <a:pt x="0" y="0"/>
                </a:moveTo>
                <a:lnTo>
                  <a:pt x="2647750" y="0"/>
                </a:lnTo>
                <a:lnTo>
                  <a:pt x="2647750" y="2647751"/>
                </a:lnTo>
                <a:lnTo>
                  <a:pt x="0" y="2647751"/>
                </a:lnTo>
                <a:lnTo>
                  <a:pt x="0" y="0"/>
                </a:lnTo>
                <a:close/>
              </a:path>
            </a:pathLst>
          </a:custGeom>
          <a:blipFill>
            <a:blip r:embed="rId1">
              <a:extLst>
                <a:ext uri="{96DAC541-7B7A-43D3-8B79-37D633B846F1}">
                  <asvg:svgBlip xmlns:asvg="http://schemas.microsoft.com/office/drawing/2016/SVG/main" r:embed="rId2"/>
                </a:ext>
              </a:extLst>
            </a:blip>
            <a:stretch>
              <a:fillRect/>
            </a:stretch>
          </a:blipFill>
        </p:spPr>
      </p:sp>
      <p:sp>
        <p:nvSpPr>
          <p:cNvPr id="13" name="TextBox 13"/>
          <p:cNvSpPr txBox="1"/>
          <p:nvPr/>
        </p:nvSpPr>
        <p:spPr>
          <a:xfrm>
            <a:off x="1573748" y="5337186"/>
            <a:ext cx="9659937" cy="1739900"/>
          </a:xfrm>
          <a:prstGeom prst="rect">
            <a:avLst/>
          </a:prstGeom>
        </p:spPr>
        <p:txBody>
          <a:bodyPr lIns="0" tIns="0" rIns="0" bIns="0" rtlCol="0" anchor="t">
            <a:spAutoFit/>
          </a:bodyPr>
          <a:lstStyle/>
          <a:p>
            <a:pPr algn="l">
              <a:lnSpc>
                <a:spcPts val="13570"/>
              </a:lnSpc>
            </a:pPr>
            <a:r>
              <a:rPr lang="en-US" sz="11305" b="1">
                <a:solidFill>
                  <a:srgbClr val="56AEFF"/>
                </a:solidFill>
                <a:latin typeface="Now Bold" panose="00000800000000000000"/>
                <a:ea typeface="Now Bold" panose="00000800000000000000"/>
                <a:cs typeface="Now Bold" panose="00000800000000000000"/>
                <a:sym typeface="Now Bold" panose="00000800000000000000"/>
              </a:rPr>
              <a:t>Project</a:t>
            </a:r>
            <a:endParaRPr lang="en-US" sz="11305" b="1">
              <a:solidFill>
                <a:srgbClr val="56AEFF"/>
              </a:solidFill>
              <a:latin typeface="Now Bold" panose="00000800000000000000"/>
              <a:ea typeface="Now Bold" panose="00000800000000000000"/>
              <a:cs typeface="Now Bold" panose="00000800000000000000"/>
              <a:sym typeface="Now Bold" panose="0000080000000000000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p:cNvGrpSpPr/>
        <p:nvPr/>
      </p:nvGrpSpPr>
      <p:grpSpPr>
        <a:xfrm>
          <a:off x="0" y="0"/>
          <a:ext cx="0" cy="0"/>
          <a:chOff x="0" y="0"/>
          <a:chExt cx="0" cy="0"/>
        </a:xfrm>
      </p:grpSpPr>
      <p:grpSp>
        <p:nvGrpSpPr>
          <p:cNvPr id="2" name="Group 2"/>
          <p:cNvGrpSpPr/>
          <p:nvPr/>
        </p:nvGrpSpPr>
        <p:grpSpPr>
          <a:xfrm rot="0">
            <a:off x="2986667" y="3084143"/>
            <a:ext cx="2613061" cy="2273181"/>
            <a:chOff x="0" y="0"/>
            <a:chExt cx="991873" cy="862860"/>
          </a:xfrm>
        </p:grpSpPr>
        <p:sp>
          <p:nvSpPr>
            <p:cNvPr id="3" name="Freeform 3"/>
            <p:cNvSpPr/>
            <p:nvPr/>
          </p:nvSpPr>
          <p:spPr>
            <a:xfrm>
              <a:off x="0" y="0"/>
              <a:ext cx="991873" cy="862860"/>
            </a:xfrm>
            <a:custGeom>
              <a:avLst/>
              <a:gdLst/>
              <a:ahLst/>
              <a:cxnLst/>
              <a:rect l="l" t="t" r="r" b="b"/>
              <a:pathLst>
                <a:path w="991873" h="862860">
                  <a:moveTo>
                    <a:pt x="0" y="0"/>
                  </a:moveTo>
                  <a:lnTo>
                    <a:pt x="991873" y="0"/>
                  </a:lnTo>
                  <a:lnTo>
                    <a:pt x="991873" y="862860"/>
                  </a:lnTo>
                  <a:lnTo>
                    <a:pt x="0" y="862860"/>
                  </a:lnTo>
                  <a:close/>
                </a:path>
              </a:pathLst>
            </a:custGeom>
            <a:solidFill>
              <a:srgbClr val="145DA0"/>
            </a:solidFill>
            <a:ln w="9525" cap="sq">
              <a:solidFill>
                <a:srgbClr val="FFFFFF"/>
              </a:solidFill>
              <a:prstDash val="solid"/>
              <a:miter/>
            </a:ln>
          </p:spPr>
        </p:sp>
        <p:sp>
          <p:nvSpPr>
            <p:cNvPr id="4" name="TextBox 4"/>
            <p:cNvSpPr txBox="1"/>
            <p:nvPr/>
          </p:nvSpPr>
          <p:spPr>
            <a:xfrm>
              <a:off x="0" y="-38100"/>
              <a:ext cx="991873" cy="900960"/>
            </a:xfrm>
            <a:prstGeom prst="rect">
              <a:avLst/>
            </a:prstGeom>
          </p:spPr>
          <p:txBody>
            <a:bodyPr lIns="50800" tIns="50800" rIns="50800" bIns="50800" rtlCol="0" anchor="ctr"/>
            <a:lstStyle/>
            <a:p>
              <a:pPr algn="ctr">
                <a:lnSpc>
                  <a:spcPts val="3485"/>
                </a:lnSpc>
              </a:pPr>
            </a:p>
          </p:txBody>
        </p:sp>
      </p:grpSp>
      <p:sp>
        <p:nvSpPr>
          <p:cNvPr id="5" name="AutoShape 5"/>
          <p:cNvSpPr/>
          <p:nvPr/>
        </p:nvSpPr>
        <p:spPr>
          <a:xfrm flipV="1">
            <a:off x="3133964" y="4640463"/>
            <a:ext cx="2203125" cy="0"/>
          </a:xfrm>
          <a:prstGeom prst="line">
            <a:avLst/>
          </a:prstGeom>
          <a:ln w="38100" cap="flat">
            <a:solidFill>
              <a:srgbClr val="FFFFFF"/>
            </a:solidFill>
            <a:prstDash val="solid"/>
            <a:headEnd type="none" w="sm" len="sm"/>
            <a:tailEnd type="none" w="sm" len="sm"/>
          </a:ln>
        </p:spPr>
      </p:sp>
      <p:grpSp>
        <p:nvGrpSpPr>
          <p:cNvPr id="6" name="Group 6"/>
          <p:cNvGrpSpPr/>
          <p:nvPr/>
        </p:nvGrpSpPr>
        <p:grpSpPr>
          <a:xfrm rot="0">
            <a:off x="5844564" y="3084143"/>
            <a:ext cx="2613061" cy="2273181"/>
            <a:chOff x="0" y="0"/>
            <a:chExt cx="991873" cy="862860"/>
          </a:xfrm>
        </p:grpSpPr>
        <p:sp>
          <p:nvSpPr>
            <p:cNvPr id="7" name="Freeform 7"/>
            <p:cNvSpPr/>
            <p:nvPr/>
          </p:nvSpPr>
          <p:spPr>
            <a:xfrm>
              <a:off x="0" y="0"/>
              <a:ext cx="991873" cy="862860"/>
            </a:xfrm>
            <a:custGeom>
              <a:avLst/>
              <a:gdLst/>
              <a:ahLst/>
              <a:cxnLst/>
              <a:rect l="l" t="t" r="r" b="b"/>
              <a:pathLst>
                <a:path w="991873" h="862860">
                  <a:moveTo>
                    <a:pt x="0" y="0"/>
                  </a:moveTo>
                  <a:lnTo>
                    <a:pt x="991873" y="0"/>
                  </a:lnTo>
                  <a:lnTo>
                    <a:pt x="991873" y="862860"/>
                  </a:lnTo>
                  <a:lnTo>
                    <a:pt x="0" y="862860"/>
                  </a:lnTo>
                  <a:close/>
                </a:path>
              </a:pathLst>
            </a:custGeom>
            <a:solidFill>
              <a:srgbClr val="145DA0"/>
            </a:solidFill>
            <a:ln w="9525" cap="sq">
              <a:solidFill>
                <a:srgbClr val="FFFFFF"/>
              </a:solidFill>
              <a:prstDash val="solid"/>
              <a:miter/>
            </a:ln>
          </p:spPr>
        </p:sp>
        <p:sp>
          <p:nvSpPr>
            <p:cNvPr id="8" name="TextBox 8"/>
            <p:cNvSpPr txBox="1"/>
            <p:nvPr/>
          </p:nvSpPr>
          <p:spPr>
            <a:xfrm>
              <a:off x="0" y="-38100"/>
              <a:ext cx="991873" cy="900960"/>
            </a:xfrm>
            <a:prstGeom prst="rect">
              <a:avLst/>
            </a:prstGeom>
          </p:spPr>
          <p:txBody>
            <a:bodyPr lIns="50800" tIns="50800" rIns="50800" bIns="50800" rtlCol="0" anchor="ctr"/>
            <a:lstStyle/>
            <a:p>
              <a:pPr algn="ctr">
                <a:lnSpc>
                  <a:spcPts val="3485"/>
                </a:lnSpc>
              </a:pPr>
            </a:p>
          </p:txBody>
        </p:sp>
      </p:grpSp>
      <p:sp>
        <p:nvSpPr>
          <p:cNvPr id="9" name="AutoShape 9"/>
          <p:cNvSpPr/>
          <p:nvPr/>
        </p:nvSpPr>
        <p:spPr>
          <a:xfrm flipV="1">
            <a:off x="5991861" y="4640463"/>
            <a:ext cx="2203125" cy="0"/>
          </a:xfrm>
          <a:prstGeom prst="line">
            <a:avLst/>
          </a:prstGeom>
          <a:ln w="38100" cap="flat">
            <a:solidFill>
              <a:srgbClr val="FFFFFF"/>
            </a:solidFill>
            <a:prstDash val="solid"/>
            <a:headEnd type="none" w="sm" len="sm"/>
            <a:tailEnd type="none" w="sm" len="sm"/>
          </a:ln>
        </p:spPr>
      </p:sp>
      <p:grpSp>
        <p:nvGrpSpPr>
          <p:cNvPr id="10" name="Group 10"/>
          <p:cNvGrpSpPr/>
          <p:nvPr/>
        </p:nvGrpSpPr>
        <p:grpSpPr>
          <a:xfrm rot="0">
            <a:off x="2986667" y="5870734"/>
            <a:ext cx="2613061" cy="2252658"/>
            <a:chOff x="0" y="0"/>
            <a:chExt cx="991873" cy="855070"/>
          </a:xfrm>
        </p:grpSpPr>
        <p:sp>
          <p:nvSpPr>
            <p:cNvPr id="11" name="Freeform 11"/>
            <p:cNvSpPr/>
            <p:nvPr/>
          </p:nvSpPr>
          <p:spPr>
            <a:xfrm>
              <a:off x="0" y="0"/>
              <a:ext cx="991873" cy="855070"/>
            </a:xfrm>
            <a:custGeom>
              <a:avLst/>
              <a:gdLst/>
              <a:ahLst/>
              <a:cxnLst/>
              <a:rect l="l" t="t" r="r" b="b"/>
              <a:pathLst>
                <a:path w="991873" h="855070">
                  <a:moveTo>
                    <a:pt x="0" y="0"/>
                  </a:moveTo>
                  <a:lnTo>
                    <a:pt x="991873" y="0"/>
                  </a:lnTo>
                  <a:lnTo>
                    <a:pt x="991873" y="855070"/>
                  </a:lnTo>
                  <a:lnTo>
                    <a:pt x="0" y="855070"/>
                  </a:lnTo>
                  <a:close/>
                </a:path>
              </a:pathLst>
            </a:custGeom>
            <a:solidFill>
              <a:srgbClr val="145DA0"/>
            </a:solidFill>
            <a:ln w="9525" cap="sq">
              <a:solidFill>
                <a:srgbClr val="FFFFFF"/>
              </a:solidFill>
              <a:prstDash val="solid"/>
              <a:miter/>
            </a:ln>
          </p:spPr>
        </p:sp>
        <p:sp>
          <p:nvSpPr>
            <p:cNvPr id="12" name="TextBox 12"/>
            <p:cNvSpPr txBox="1"/>
            <p:nvPr/>
          </p:nvSpPr>
          <p:spPr>
            <a:xfrm>
              <a:off x="0" y="-38100"/>
              <a:ext cx="991873" cy="893170"/>
            </a:xfrm>
            <a:prstGeom prst="rect">
              <a:avLst/>
            </a:prstGeom>
          </p:spPr>
          <p:txBody>
            <a:bodyPr lIns="50800" tIns="50800" rIns="50800" bIns="50800" rtlCol="0" anchor="ctr"/>
            <a:lstStyle/>
            <a:p>
              <a:pPr algn="ctr">
                <a:lnSpc>
                  <a:spcPts val="3485"/>
                </a:lnSpc>
              </a:pPr>
            </a:p>
          </p:txBody>
        </p:sp>
      </p:grpSp>
      <p:sp>
        <p:nvSpPr>
          <p:cNvPr id="13" name="AutoShape 13"/>
          <p:cNvSpPr/>
          <p:nvPr/>
        </p:nvSpPr>
        <p:spPr>
          <a:xfrm flipV="1">
            <a:off x="3133964" y="7427054"/>
            <a:ext cx="2203125" cy="0"/>
          </a:xfrm>
          <a:prstGeom prst="line">
            <a:avLst/>
          </a:prstGeom>
          <a:ln w="38100" cap="flat">
            <a:solidFill>
              <a:srgbClr val="FFFFFF"/>
            </a:solidFill>
            <a:prstDash val="solid"/>
            <a:headEnd type="none" w="sm" len="sm"/>
            <a:tailEnd type="none" w="sm" len="sm"/>
          </a:ln>
        </p:spPr>
      </p:sp>
      <p:grpSp>
        <p:nvGrpSpPr>
          <p:cNvPr id="14" name="Group 14"/>
          <p:cNvGrpSpPr/>
          <p:nvPr/>
        </p:nvGrpSpPr>
        <p:grpSpPr>
          <a:xfrm rot="0">
            <a:off x="5844564" y="5870734"/>
            <a:ext cx="2613061" cy="2252658"/>
            <a:chOff x="0" y="0"/>
            <a:chExt cx="991873" cy="855070"/>
          </a:xfrm>
        </p:grpSpPr>
        <p:sp>
          <p:nvSpPr>
            <p:cNvPr id="15" name="Freeform 15"/>
            <p:cNvSpPr/>
            <p:nvPr/>
          </p:nvSpPr>
          <p:spPr>
            <a:xfrm>
              <a:off x="0" y="0"/>
              <a:ext cx="991873" cy="855070"/>
            </a:xfrm>
            <a:custGeom>
              <a:avLst/>
              <a:gdLst/>
              <a:ahLst/>
              <a:cxnLst/>
              <a:rect l="l" t="t" r="r" b="b"/>
              <a:pathLst>
                <a:path w="991873" h="855070">
                  <a:moveTo>
                    <a:pt x="0" y="0"/>
                  </a:moveTo>
                  <a:lnTo>
                    <a:pt x="991873" y="0"/>
                  </a:lnTo>
                  <a:lnTo>
                    <a:pt x="991873" y="855070"/>
                  </a:lnTo>
                  <a:lnTo>
                    <a:pt x="0" y="855070"/>
                  </a:lnTo>
                  <a:close/>
                </a:path>
              </a:pathLst>
            </a:custGeom>
            <a:solidFill>
              <a:srgbClr val="145DA0"/>
            </a:solidFill>
            <a:ln w="9525" cap="sq">
              <a:solidFill>
                <a:srgbClr val="FFFFFF"/>
              </a:solidFill>
              <a:prstDash val="solid"/>
              <a:miter/>
            </a:ln>
          </p:spPr>
        </p:sp>
        <p:sp>
          <p:nvSpPr>
            <p:cNvPr id="16" name="TextBox 16"/>
            <p:cNvSpPr txBox="1"/>
            <p:nvPr/>
          </p:nvSpPr>
          <p:spPr>
            <a:xfrm>
              <a:off x="0" y="-38100"/>
              <a:ext cx="991873" cy="893170"/>
            </a:xfrm>
            <a:prstGeom prst="rect">
              <a:avLst/>
            </a:prstGeom>
          </p:spPr>
          <p:txBody>
            <a:bodyPr lIns="50800" tIns="50800" rIns="50800" bIns="50800" rtlCol="0" anchor="ctr"/>
            <a:lstStyle/>
            <a:p>
              <a:pPr algn="ctr">
                <a:lnSpc>
                  <a:spcPts val="3485"/>
                </a:lnSpc>
              </a:pPr>
            </a:p>
          </p:txBody>
        </p:sp>
      </p:grpSp>
      <p:sp>
        <p:nvSpPr>
          <p:cNvPr id="17" name="AutoShape 17"/>
          <p:cNvSpPr/>
          <p:nvPr/>
        </p:nvSpPr>
        <p:spPr>
          <a:xfrm flipV="1">
            <a:off x="5991861" y="7427054"/>
            <a:ext cx="2203125" cy="0"/>
          </a:xfrm>
          <a:prstGeom prst="line">
            <a:avLst/>
          </a:prstGeom>
          <a:ln w="38100" cap="flat">
            <a:solidFill>
              <a:srgbClr val="FFFFFF"/>
            </a:solidFill>
            <a:prstDash val="solid"/>
            <a:headEnd type="none" w="sm" len="sm"/>
            <a:tailEnd type="none" w="sm" len="sm"/>
          </a:ln>
        </p:spPr>
      </p:sp>
      <p:grpSp>
        <p:nvGrpSpPr>
          <p:cNvPr id="18" name="Group 18"/>
          <p:cNvGrpSpPr>
            <a:grpSpLocks noChangeAspect="1"/>
          </p:cNvGrpSpPr>
          <p:nvPr/>
        </p:nvGrpSpPr>
        <p:grpSpPr>
          <a:xfrm rot="0">
            <a:off x="10000675" y="1509629"/>
            <a:ext cx="6992751" cy="8074770"/>
            <a:chOff x="0" y="0"/>
            <a:chExt cx="5499100" cy="6350000"/>
          </a:xfrm>
        </p:grpSpPr>
        <p:sp>
          <p:nvSpPr>
            <p:cNvPr id="19" name="Freeform 19"/>
            <p:cNvSpPr/>
            <p:nvPr/>
          </p:nvSpPr>
          <p:spPr>
            <a:xfrm>
              <a:off x="0" y="0"/>
              <a:ext cx="5499100" cy="6350000"/>
            </a:xfrm>
            <a:custGeom>
              <a:avLst/>
              <a:gdLst/>
              <a:ahLst/>
              <a:cxnLst/>
              <a:rect l="l" t="t" r="r" b="b"/>
              <a:pathLst>
                <a:path w="5499100" h="6350000">
                  <a:moveTo>
                    <a:pt x="2749550" y="6350000"/>
                  </a:moveTo>
                  <a:lnTo>
                    <a:pt x="0" y="4762500"/>
                  </a:lnTo>
                  <a:lnTo>
                    <a:pt x="0" y="1587500"/>
                  </a:lnTo>
                  <a:lnTo>
                    <a:pt x="2749550" y="0"/>
                  </a:lnTo>
                  <a:lnTo>
                    <a:pt x="5499100" y="1587500"/>
                  </a:lnTo>
                  <a:lnTo>
                    <a:pt x="5499100" y="4762500"/>
                  </a:lnTo>
                  <a:lnTo>
                    <a:pt x="2749550" y="6350000"/>
                  </a:lnTo>
                  <a:close/>
                </a:path>
              </a:pathLst>
            </a:custGeom>
            <a:solidFill>
              <a:srgbClr val="56AEFF"/>
            </a:solidFill>
            <a:ln w="12700">
              <a:solidFill>
                <a:srgbClr val="000000"/>
              </a:solidFill>
            </a:ln>
          </p:spPr>
        </p:sp>
      </p:grpSp>
      <p:grpSp>
        <p:nvGrpSpPr>
          <p:cNvPr id="20" name="Group 20"/>
          <p:cNvGrpSpPr>
            <a:grpSpLocks noChangeAspect="1"/>
          </p:cNvGrpSpPr>
          <p:nvPr/>
        </p:nvGrpSpPr>
        <p:grpSpPr>
          <a:xfrm rot="0">
            <a:off x="10143550" y="1698193"/>
            <a:ext cx="6697476" cy="7733806"/>
            <a:chOff x="0" y="0"/>
            <a:chExt cx="5499100" cy="6350000"/>
          </a:xfrm>
        </p:grpSpPr>
        <p:sp>
          <p:nvSpPr>
            <p:cNvPr id="21" name="Freeform 21"/>
            <p:cNvSpPr/>
            <p:nvPr/>
          </p:nvSpPr>
          <p:spPr>
            <a:xfrm>
              <a:off x="0" y="0"/>
              <a:ext cx="5499100" cy="6350000"/>
            </a:xfrm>
            <a:custGeom>
              <a:avLst/>
              <a:gdLst/>
              <a:ahLst/>
              <a:cxnLst/>
              <a:rect l="l" t="t" r="r" b="b"/>
              <a:pathLst>
                <a:path w="5499100" h="6350000">
                  <a:moveTo>
                    <a:pt x="2749550" y="6350000"/>
                  </a:moveTo>
                  <a:lnTo>
                    <a:pt x="0" y="4762500"/>
                  </a:lnTo>
                  <a:lnTo>
                    <a:pt x="0" y="1587500"/>
                  </a:lnTo>
                  <a:lnTo>
                    <a:pt x="2749550" y="0"/>
                  </a:lnTo>
                  <a:lnTo>
                    <a:pt x="5499100" y="1587500"/>
                  </a:lnTo>
                  <a:lnTo>
                    <a:pt x="5499100" y="4762500"/>
                  </a:lnTo>
                  <a:lnTo>
                    <a:pt x="2749550" y="6350000"/>
                  </a:lnTo>
                  <a:close/>
                </a:path>
              </a:pathLst>
            </a:custGeom>
            <a:blipFill>
              <a:blip r:embed="rId1"/>
              <a:stretch>
                <a:fillRect l="-36659" r="-36659"/>
              </a:stretch>
            </a:blipFill>
          </p:spPr>
        </p:sp>
      </p:grpSp>
      <p:grpSp>
        <p:nvGrpSpPr>
          <p:cNvPr id="22" name="Group 22"/>
          <p:cNvGrpSpPr/>
          <p:nvPr/>
        </p:nvGrpSpPr>
        <p:grpSpPr>
          <a:xfrm rot="0">
            <a:off x="8705275" y="3084143"/>
            <a:ext cx="2613061" cy="2273181"/>
            <a:chOff x="0" y="0"/>
            <a:chExt cx="991873" cy="862860"/>
          </a:xfrm>
        </p:grpSpPr>
        <p:sp>
          <p:nvSpPr>
            <p:cNvPr id="23" name="Freeform 23"/>
            <p:cNvSpPr/>
            <p:nvPr/>
          </p:nvSpPr>
          <p:spPr>
            <a:xfrm>
              <a:off x="0" y="0"/>
              <a:ext cx="991873" cy="862860"/>
            </a:xfrm>
            <a:custGeom>
              <a:avLst/>
              <a:gdLst/>
              <a:ahLst/>
              <a:cxnLst/>
              <a:rect l="l" t="t" r="r" b="b"/>
              <a:pathLst>
                <a:path w="991873" h="862860">
                  <a:moveTo>
                    <a:pt x="0" y="0"/>
                  </a:moveTo>
                  <a:lnTo>
                    <a:pt x="991873" y="0"/>
                  </a:lnTo>
                  <a:lnTo>
                    <a:pt x="991873" y="862860"/>
                  </a:lnTo>
                  <a:lnTo>
                    <a:pt x="0" y="862860"/>
                  </a:lnTo>
                  <a:close/>
                </a:path>
              </a:pathLst>
            </a:custGeom>
            <a:solidFill>
              <a:srgbClr val="145DA0"/>
            </a:solidFill>
            <a:ln w="9525" cap="sq">
              <a:solidFill>
                <a:srgbClr val="FFFFFF"/>
              </a:solidFill>
              <a:prstDash val="solid"/>
              <a:miter/>
            </a:ln>
          </p:spPr>
        </p:sp>
        <p:sp>
          <p:nvSpPr>
            <p:cNvPr id="24" name="TextBox 24"/>
            <p:cNvSpPr txBox="1"/>
            <p:nvPr/>
          </p:nvSpPr>
          <p:spPr>
            <a:xfrm>
              <a:off x="0" y="-38100"/>
              <a:ext cx="991873" cy="900960"/>
            </a:xfrm>
            <a:prstGeom prst="rect">
              <a:avLst/>
            </a:prstGeom>
          </p:spPr>
          <p:txBody>
            <a:bodyPr lIns="50800" tIns="50800" rIns="50800" bIns="50800" rtlCol="0" anchor="ctr"/>
            <a:lstStyle/>
            <a:p>
              <a:pPr algn="ctr">
                <a:lnSpc>
                  <a:spcPts val="3485"/>
                </a:lnSpc>
              </a:pPr>
            </a:p>
          </p:txBody>
        </p:sp>
      </p:grpSp>
      <p:sp>
        <p:nvSpPr>
          <p:cNvPr id="25" name="AutoShape 25"/>
          <p:cNvSpPr/>
          <p:nvPr/>
        </p:nvSpPr>
        <p:spPr>
          <a:xfrm flipV="1">
            <a:off x="8852572" y="4640463"/>
            <a:ext cx="2203125" cy="0"/>
          </a:xfrm>
          <a:prstGeom prst="line">
            <a:avLst/>
          </a:prstGeom>
          <a:ln w="38100" cap="flat">
            <a:solidFill>
              <a:srgbClr val="FFFFFF"/>
            </a:solidFill>
            <a:prstDash val="solid"/>
            <a:headEnd type="none" w="sm" len="sm"/>
            <a:tailEnd type="none" w="sm" len="sm"/>
          </a:ln>
        </p:spPr>
      </p:sp>
      <p:grpSp>
        <p:nvGrpSpPr>
          <p:cNvPr id="26" name="Group 26"/>
          <p:cNvGrpSpPr/>
          <p:nvPr/>
        </p:nvGrpSpPr>
        <p:grpSpPr>
          <a:xfrm rot="0">
            <a:off x="8705275" y="5870734"/>
            <a:ext cx="2613061" cy="2252658"/>
            <a:chOff x="0" y="0"/>
            <a:chExt cx="991873" cy="855070"/>
          </a:xfrm>
        </p:grpSpPr>
        <p:sp>
          <p:nvSpPr>
            <p:cNvPr id="27" name="Freeform 27"/>
            <p:cNvSpPr/>
            <p:nvPr/>
          </p:nvSpPr>
          <p:spPr>
            <a:xfrm>
              <a:off x="0" y="0"/>
              <a:ext cx="991873" cy="855070"/>
            </a:xfrm>
            <a:custGeom>
              <a:avLst/>
              <a:gdLst/>
              <a:ahLst/>
              <a:cxnLst/>
              <a:rect l="l" t="t" r="r" b="b"/>
              <a:pathLst>
                <a:path w="991873" h="855070">
                  <a:moveTo>
                    <a:pt x="0" y="0"/>
                  </a:moveTo>
                  <a:lnTo>
                    <a:pt x="991873" y="0"/>
                  </a:lnTo>
                  <a:lnTo>
                    <a:pt x="991873" y="855070"/>
                  </a:lnTo>
                  <a:lnTo>
                    <a:pt x="0" y="855070"/>
                  </a:lnTo>
                  <a:close/>
                </a:path>
              </a:pathLst>
            </a:custGeom>
            <a:solidFill>
              <a:srgbClr val="145DA0"/>
            </a:solidFill>
            <a:ln w="9525" cap="sq">
              <a:solidFill>
                <a:srgbClr val="FFFFFF"/>
              </a:solidFill>
              <a:prstDash val="solid"/>
              <a:miter/>
            </a:ln>
          </p:spPr>
        </p:sp>
        <p:sp>
          <p:nvSpPr>
            <p:cNvPr id="28" name="TextBox 28"/>
            <p:cNvSpPr txBox="1"/>
            <p:nvPr/>
          </p:nvSpPr>
          <p:spPr>
            <a:xfrm>
              <a:off x="0" y="-38100"/>
              <a:ext cx="991873" cy="893170"/>
            </a:xfrm>
            <a:prstGeom prst="rect">
              <a:avLst/>
            </a:prstGeom>
          </p:spPr>
          <p:txBody>
            <a:bodyPr lIns="50800" tIns="50800" rIns="50800" bIns="50800" rtlCol="0" anchor="ctr"/>
            <a:lstStyle/>
            <a:p>
              <a:pPr algn="ctr">
                <a:lnSpc>
                  <a:spcPts val="3485"/>
                </a:lnSpc>
              </a:pPr>
            </a:p>
          </p:txBody>
        </p:sp>
      </p:grpSp>
      <p:sp>
        <p:nvSpPr>
          <p:cNvPr id="29" name="AutoShape 29"/>
          <p:cNvSpPr/>
          <p:nvPr/>
        </p:nvSpPr>
        <p:spPr>
          <a:xfrm flipV="1">
            <a:off x="8852572" y="7427054"/>
            <a:ext cx="2203125" cy="0"/>
          </a:xfrm>
          <a:prstGeom prst="line">
            <a:avLst/>
          </a:prstGeom>
          <a:ln w="38100" cap="flat">
            <a:solidFill>
              <a:srgbClr val="FFFFFF"/>
            </a:solidFill>
            <a:prstDash val="solid"/>
            <a:headEnd type="none" w="sm" len="sm"/>
            <a:tailEnd type="none" w="sm" len="sm"/>
          </a:ln>
        </p:spPr>
      </p:sp>
      <p:sp>
        <p:nvSpPr>
          <p:cNvPr id="30" name="Freeform 30"/>
          <p:cNvSpPr/>
          <p:nvPr/>
        </p:nvSpPr>
        <p:spPr>
          <a:xfrm>
            <a:off x="-7631327" y="597505"/>
            <a:ext cx="9077445" cy="9077445"/>
          </a:xfrm>
          <a:custGeom>
            <a:avLst/>
            <a:gdLst/>
            <a:ahLst/>
            <a:cxnLst/>
            <a:rect l="l" t="t" r="r" b="b"/>
            <a:pathLst>
              <a:path w="9077445" h="9077445">
                <a:moveTo>
                  <a:pt x="0" y="0"/>
                </a:moveTo>
                <a:lnTo>
                  <a:pt x="9077444" y="0"/>
                </a:lnTo>
                <a:lnTo>
                  <a:pt x="9077444" y="9077445"/>
                </a:lnTo>
                <a:lnTo>
                  <a:pt x="0" y="9077445"/>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1" name="TextBox 31"/>
          <p:cNvSpPr txBox="1"/>
          <p:nvPr/>
        </p:nvSpPr>
        <p:spPr>
          <a:xfrm>
            <a:off x="2986667" y="1698193"/>
            <a:ext cx="8437330" cy="1214499"/>
          </a:xfrm>
          <a:prstGeom prst="rect">
            <a:avLst/>
          </a:prstGeom>
        </p:spPr>
        <p:txBody>
          <a:bodyPr lIns="0" tIns="0" rIns="0" bIns="0" rtlCol="0" anchor="t">
            <a:spAutoFit/>
          </a:bodyPr>
          <a:lstStyle/>
          <a:p>
            <a:pPr marL="0" lvl="0" indent="0" algn="ctr">
              <a:lnSpc>
                <a:spcPts val="9625"/>
              </a:lnSpc>
              <a:spcBef>
                <a:spcPct val="0"/>
              </a:spcBef>
            </a:pPr>
            <a:r>
              <a:rPr lang="en-US" sz="8020" b="1">
                <a:solidFill>
                  <a:srgbClr val="56AEFF"/>
                </a:solidFill>
                <a:latin typeface="Now Bold" panose="00000800000000000000"/>
                <a:ea typeface="Now Bold" panose="00000800000000000000"/>
                <a:cs typeface="Now Bold" panose="00000800000000000000"/>
                <a:sym typeface="Now Bold" panose="00000800000000000000"/>
              </a:rPr>
              <a:t>OVERVIEW</a:t>
            </a:r>
            <a:endParaRPr lang="en-US" sz="8020" b="1">
              <a:solidFill>
                <a:srgbClr val="56AEFF"/>
              </a:solidFill>
              <a:latin typeface="Now Bold" panose="00000800000000000000"/>
              <a:ea typeface="Now Bold" panose="00000800000000000000"/>
              <a:cs typeface="Now Bold" panose="00000800000000000000"/>
              <a:sym typeface="Now Bold" panose="00000800000000000000"/>
            </a:endParaRPr>
          </a:p>
        </p:txBody>
      </p:sp>
      <p:sp>
        <p:nvSpPr>
          <p:cNvPr id="32" name="TextBox 32"/>
          <p:cNvSpPr txBox="1"/>
          <p:nvPr/>
        </p:nvSpPr>
        <p:spPr>
          <a:xfrm>
            <a:off x="3133964" y="4795854"/>
            <a:ext cx="2318467" cy="318796"/>
          </a:xfrm>
          <a:prstGeom prst="rect">
            <a:avLst/>
          </a:prstGeom>
        </p:spPr>
        <p:txBody>
          <a:bodyPr lIns="0" tIns="0" rIns="0" bIns="0" rtlCol="0" anchor="t">
            <a:spAutoFit/>
          </a:bodyPr>
          <a:lstStyle/>
          <a:p>
            <a:pPr algn="ctr">
              <a:lnSpc>
                <a:spcPts val="2605"/>
              </a:lnSpc>
            </a:pPr>
            <a:r>
              <a:rPr lang="en-US" sz="1885">
                <a:solidFill>
                  <a:srgbClr val="FFFFFF"/>
                </a:solidFill>
                <a:latin typeface="DM Sans"/>
                <a:ea typeface="DM Sans"/>
                <a:cs typeface="DM Sans"/>
                <a:sym typeface="DM Sans"/>
              </a:rPr>
              <a:t>About Us</a:t>
            </a:r>
            <a:endParaRPr lang="en-US" sz="1885">
              <a:solidFill>
                <a:srgbClr val="FFFFFF"/>
              </a:solidFill>
              <a:latin typeface="DM Sans"/>
              <a:ea typeface="DM Sans"/>
              <a:cs typeface="DM Sans"/>
              <a:sym typeface="DM Sans"/>
            </a:endParaRPr>
          </a:p>
        </p:txBody>
      </p:sp>
      <p:sp>
        <p:nvSpPr>
          <p:cNvPr id="33" name="TextBox 33"/>
          <p:cNvSpPr txBox="1"/>
          <p:nvPr/>
        </p:nvSpPr>
        <p:spPr>
          <a:xfrm>
            <a:off x="3447970" y="3225902"/>
            <a:ext cx="1690455" cy="973796"/>
          </a:xfrm>
          <a:prstGeom prst="rect">
            <a:avLst/>
          </a:prstGeom>
        </p:spPr>
        <p:txBody>
          <a:bodyPr lIns="0" tIns="0" rIns="0" bIns="0" rtlCol="0" anchor="t">
            <a:spAutoFit/>
          </a:bodyPr>
          <a:lstStyle/>
          <a:p>
            <a:pPr algn="ctr">
              <a:lnSpc>
                <a:spcPts val="7915"/>
              </a:lnSpc>
            </a:pPr>
            <a:r>
              <a:rPr lang="en-US" sz="5735" b="1">
                <a:solidFill>
                  <a:srgbClr val="FFFFFF"/>
                </a:solidFill>
                <a:latin typeface="DM Sans Bold"/>
                <a:ea typeface="DM Sans Bold"/>
                <a:cs typeface="DM Sans Bold"/>
                <a:sym typeface="DM Sans Bold"/>
              </a:rPr>
              <a:t>01</a:t>
            </a:r>
            <a:endParaRPr lang="en-US" sz="5735" b="1">
              <a:solidFill>
                <a:srgbClr val="FFFFFF"/>
              </a:solidFill>
              <a:latin typeface="DM Sans Bold"/>
              <a:ea typeface="DM Sans Bold"/>
              <a:cs typeface="DM Sans Bold"/>
              <a:sym typeface="DM Sans Bold"/>
            </a:endParaRPr>
          </a:p>
        </p:txBody>
      </p:sp>
      <p:sp>
        <p:nvSpPr>
          <p:cNvPr id="34" name="TextBox 34"/>
          <p:cNvSpPr txBox="1"/>
          <p:nvPr/>
        </p:nvSpPr>
        <p:spPr>
          <a:xfrm>
            <a:off x="5991861" y="4795854"/>
            <a:ext cx="2318467" cy="318796"/>
          </a:xfrm>
          <a:prstGeom prst="rect">
            <a:avLst/>
          </a:prstGeom>
        </p:spPr>
        <p:txBody>
          <a:bodyPr lIns="0" tIns="0" rIns="0" bIns="0" rtlCol="0" anchor="t">
            <a:spAutoFit/>
          </a:bodyPr>
          <a:lstStyle/>
          <a:p>
            <a:pPr algn="ctr">
              <a:lnSpc>
                <a:spcPts val="2605"/>
              </a:lnSpc>
            </a:pPr>
            <a:r>
              <a:rPr lang="en-US" sz="1885">
                <a:solidFill>
                  <a:srgbClr val="FFFFFF"/>
                </a:solidFill>
                <a:latin typeface="DM Sans"/>
                <a:ea typeface="DM Sans"/>
                <a:cs typeface="DM Sans"/>
                <a:sym typeface="DM Sans"/>
              </a:rPr>
              <a:t>Our Team</a:t>
            </a:r>
            <a:endParaRPr lang="en-US" sz="1885">
              <a:solidFill>
                <a:srgbClr val="FFFFFF"/>
              </a:solidFill>
              <a:latin typeface="DM Sans"/>
              <a:ea typeface="DM Sans"/>
              <a:cs typeface="DM Sans"/>
              <a:sym typeface="DM Sans"/>
            </a:endParaRPr>
          </a:p>
        </p:txBody>
      </p:sp>
      <p:sp>
        <p:nvSpPr>
          <p:cNvPr id="35" name="TextBox 35"/>
          <p:cNvSpPr txBox="1"/>
          <p:nvPr/>
        </p:nvSpPr>
        <p:spPr>
          <a:xfrm>
            <a:off x="6305867" y="3225902"/>
            <a:ext cx="1690455" cy="973796"/>
          </a:xfrm>
          <a:prstGeom prst="rect">
            <a:avLst/>
          </a:prstGeom>
        </p:spPr>
        <p:txBody>
          <a:bodyPr lIns="0" tIns="0" rIns="0" bIns="0" rtlCol="0" anchor="t">
            <a:spAutoFit/>
          </a:bodyPr>
          <a:lstStyle/>
          <a:p>
            <a:pPr algn="ctr">
              <a:lnSpc>
                <a:spcPts val="7915"/>
              </a:lnSpc>
            </a:pPr>
            <a:r>
              <a:rPr lang="en-US" sz="5735" b="1">
                <a:solidFill>
                  <a:srgbClr val="FFFFFF"/>
                </a:solidFill>
                <a:latin typeface="DM Sans Bold"/>
                <a:ea typeface="DM Sans Bold"/>
                <a:cs typeface="DM Sans Bold"/>
                <a:sym typeface="DM Sans Bold"/>
              </a:rPr>
              <a:t>02</a:t>
            </a:r>
            <a:endParaRPr lang="en-US" sz="5735" b="1">
              <a:solidFill>
                <a:srgbClr val="FFFFFF"/>
              </a:solidFill>
              <a:latin typeface="DM Sans Bold"/>
              <a:ea typeface="DM Sans Bold"/>
              <a:cs typeface="DM Sans Bold"/>
              <a:sym typeface="DM Sans Bold"/>
            </a:endParaRPr>
          </a:p>
        </p:txBody>
      </p:sp>
      <p:sp>
        <p:nvSpPr>
          <p:cNvPr id="36" name="TextBox 36"/>
          <p:cNvSpPr txBox="1"/>
          <p:nvPr/>
        </p:nvSpPr>
        <p:spPr>
          <a:xfrm>
            <a:off x="3133964" y="7582446"/>
            <a:ext cx="2318467" cy="318796"/>
          </a:xfrm>
          <a:prstGeom prst="rect">
            <a:avLst/>
          </a:prstGeom>
        </p:spPr>
        <p:txBody>
          <a:bodyPr lIns="0" tIns="0" rIns="0" bIns="0" rtlCol="0" anchor="t">
            <a:spAutoFit/>
          </a:bodyPr>
          <a:lstStyle/>
          <a:p>
            <a:pPr algn="ctr">
              <a:lnSpc>
                <a:spcPts val="2605"/>
              </a:lnSpc>
            </a:pPr>
            <a:r>
              <a:rPr lang="en-US" sz="1885">
                <a:solidFill>
                  <a:srgbClr val="FFFFFF"/>
                </a:solidFill>
                <a:latin typeface="DM Sans"/>
                <a:ea typeface="DM Sans"/>
                <a:cs typeface="DM Sans"/>
                <a:sym typeface="DM Sans"/>
              </a:rPr>
              <a:t>Quarter</a:t>
            </a:r>
            <a:endParaRPr lang="en-US" sz="1885">
              <a:solidFill>
                <a:srgbClr val="FFFFFF"/>
              </a:solidFill>
              <a:latin typeface="DM Sans"/>
              <a:ea typeface="DM Sans"/>
              <a:cs typeface="DM Sans"/>
              <a:sym typeface="DM Sans"/>
            </a:endParaRPr>
          </a:p>
        </p:txBody>
      </p:sp>
      <p:sp>
        <p:nvSpPr>
          <p:cNvPr id="37" name="TextBox 37"/>
          <p:cNvSpPr txBox="1"/>
          <p:nvPr/>
        </p:nvSpPr>
        <p:spPr>
          <a:xfrm>
            <a:off x="3447970" y="6012493"/>
            <a:ext cx="1690455" cy="973796"/>
          </a:xfrm>
          <a:prstGeom prst="rect">
            <a:avLst/>
          </a:prstGeom>
        </p:spPr>
        <p:txBody>
          <a:bodyPr lIns="0" tIns="0" rIns="0" bIns="0" rtlCol="0" anchor="t">
            <a:spAutoFit/>
          </a:bodyPr>
          <a:lstStyle/>
          <a:p>
            <a:pPr algn="ctr">
              <a:lnSpc>
                <a:spcPts val="7915"/>
              </a:lnSpc>
            </a:pPr>
            <a:r>
              <a:rPr lang="en-US" sz="5735" b="1">
                <a:solidFill>
                  <a:srgbClr val="FFFFFF"/>
                </a:solidFill>
                <a:latin typeface="DM Sans Bold"/>
                <a:ea typeface="DM Sans Bold"/>
                <a:cs typeface="DM Sans Bold"/>
                <a:sym typeface="DM Sans Bold"/>
              </a:rPr>
              <a:t>04</a:t>
            </a:r>
            <a:endParaRPr lang="en-US" sz="5735" b="1">
              <a:solidFill>
                <a:srgbClr val="FFFFFF"/>
              </a:solidFill>
              <a:latin typeface="DM Sans Bold"/>
              <a:ea typeface="DM Sans Bold"/>
              <a:cs typeface="DM Sans Bold"/>
              <a:sym typeface="DM Sans Bold"/>
            </a:endParaRPr>
          </a:p>
        </p:txBody>
      </p:sp>
      <p:sp>
        <p:nvSpPr>
          <p:cNvPr id="38" name="TextBox 38"/>
          <p:cNvSpPr txBox="1"/>
          <p:nvPr/>
        </p:nvSpPr>
        <p:spPr>
          <a:xfrm>
            <a:off x="5991861" y="7582446"/>
            <a:ext cx="2318467" cy="318796"/>
          </a:xfrm>
          <a:prstGeom prst="rect">
            <a:avLst/>
          </a:prstGeom>
        </p:spPr>
        <p:txBody>
          <a:bodyPr lIns="0" tIns="0" rIns="0" bIns="0" rtlCol="0" anchor="t">
            <a:spAutoFit/>
          </a:bodyPr>
          <a:lstStyle/>
          <a:p>
            <a:pPr algn="ctr">
              <a:lnSpc>
                <a:spcPts val="2605"/>
              </a:lnSpc>
            </a:pPr>
            <a:r>
              <a:rPr lang="en-US" sz="1885">
                <a:solidFill>
                  <a:srgbClr val="FFFFFF"/>
                </a:solidFill>
                <a:latin typeface="DM Sans"/>
                <a:ea typeface="DM Sans"/>
                <a:cs typeface="DM Sans"/>
                <a:sym typeface="DM Sans"/>
              </a:rPr>
              <a:t>Next Project</a:t>
            </a:r>
            <a:endParaRPr lang="en-US" sz="1885">
              <a:solidFill>
                <a:srgbClr val="FFFFFF"/>
              </a:solidFill>
              <a:latin typeface="DM Sans"/>
              <a:ea typeface="DM Sans"/>
              <a:cs typeface="DM Sans"/>
              <a:sym typeface="DM Sans"/>
            </a:endParaRPr>
          </a:p>
        </p:txBody>
      </p:sp>
      <p:sp>
        <p:nvSpPr>
          <p:cNvPr id="39" name="TextBox 39"/>
          <p:cNvSpPr txBox="1"/>
          <p:nvPr/>
        </p:nvSpPr>
        <p:spPr>
          <a:xfrm>
            <a:off x="6305867" y="6012493"/>
            <a:ext cx="1690455" cy="973796"/>
          </a:xfrm>
          <a:prstGeom prst="rect">
            <a:avLst/>
          </a:prstGeom>
        </p:spPr>
        <p:txBody>
          <a:bodyPr lIns="0" tIns="0" rIns="0" bIns="0" rtlCol="0" anchor="t">
            <a:spAutoFit/>
          </a:bodyPr>
          <a:lstStyle/>
          <a:p>
            <a:pPr algn="ctr">
              <a:lnSpc>
                <a:spcPts val="7915"/>
              </a:lnSpc>
            </a:pPr>
            <a:r>
              <a:rPr lang="en-US" sz="5735" b="1">
                <a:solidFill>
                  <a:srgbClr val="FFFFFF"/>
                </a:solidFill>
                <a:latin typeface="DM Sans Bold"/>
                <a:ea typeface="DM Sans Bold"/>
                <a:cs typeface="DM Sans Bold"/>
                <a:sym typeface="DM Sans Bold"/>
              </a:rPr>
              <a:t>05</a:t>
            </a:r>
            <a:endParaRPr lang="en-US" sz="5735" b="1">
              <a:solidFill>
                <a:srgbClr val="FFFFFF"/>
              </a:solidFill>
              <a:latin typeface="DM Sans Bold"/>
              <a:ea typeface="DM Sans Bold"/>
              <a:cs typeface="DM Sans Bold"/>
              <a:sym typeface="DM Sans Bold"/>
            </a:endParaRPr>
          </a:p>
        </p:txBody>
      </p:sp>
      <p:sp>
        <p:nvSpPr>
          <p:cNvPr id="40" name="TextBox 40"/>
          <p:cNvSpPr txBox="1"/>
          <p:nvPr/>
        </p:nvSpPr>
        <p:spPr>
          <a:xfrm>
            <a:off x="8852572" y="4795854"/>
            <a:ext cx="2318467" cy="318796"/>
          </a:xfrm>
          <a:prstGeom prst="rect">
            <a:avLst/>
          </a:prstGeom>
        </p:spPr>
        <p:txBody>
          <a:bodyPr lIns="0" tIns="0" rIns="0" bIns="0" rtlCol="0" anchor="t">
            <a:spAutoFit/>
          </a:bodyPr>
          <a:lstStyle/>
          <a:p>
            <a:pPr algn="ctr">
              <a:lnSpc>
                <a:spcPts val="2605"/>
              </a:lnSpc>
            </a:pPr>
            <a:r>
              <a:rPr lang="en-US" sz="1885">
                <a:solidFill>
                  <a:srgbClr val="FFFFFF"/>
                </a:solidFill>
                <a:latin typeface="DM Sans"/>
                <a:ea typeface="DM Sans"/>
                <a:cs typeface="DM Sans"/>
                <a:sym typeface="DM Sans"/>
              </a:rPr>
              <a:t>Our Mision</a:t>
            </a:r>
            <a:endParaRPr lang="en-US" sz="1885">
              <a:solidFill>
                <a:srgbClr val="FFFFFF"/>
              </a:solidFill>
              <a:latin typeface="DM Sans"/>
              <a:ea typeface="DM Sans"/>
              <a:cs typeface="DM Sans"/>
              <a:sym typeface="DM Sans"/>
            </a:endParaRPr>
          </a:p>
        </p:txBody>
      </p:sp>
      <p:sp>
        <p:nvSpPr>
          <p:cNvPr id="41" name="TextBox 41"/>
          <p:cNvSpPr txBox="1"/>
          <p:nvPr/>
        </p:nvSpPr>
        <p:spPr>
          <a:xfrm>
            <a:off x="9166578" y="3225902"/>
            <a:ext cx="1690455" cy="973796"/>
          </a:xfrm>
          <a:prstGeom prst="rect">
            <a:avLst/>
          </a:prstGeom>
        </p:spPr>
        <p:txBody>
          <a:bodyPr lIns="0" tIns="0" rIns="0" bIns="0" rtlCol="0" anchor="t">
            <a:spAutoFit/>
          </a:bodyPr>
          <a:lstStyle/>
          <a:p>
            <a:pPr algn="ctr">
              <a:lnSpc>
                <a:spcPts val="7915"/>
              </a:lnSpc>
            </a:pPr>
            <a:r>
              <a:rPr lang="en-US" sz="5735" b="1">
                <a:solidFill>
                  <a:srgbClr val="FFFFFF"/>
                </a:solidFill>
                <a:latin typeface="DM Sans Bold"/>
                <a:ea typeface="DM Sans Bold"/>
                <a:cs typeface="DM Sans Bold"/>
                <a:sym typeface="DM Sans Bold"/>
              </a:rPr>
              <a:t>03</a:t>
            </a:r>
            <a:endParaRPr lang="en-US" sz="5735" b="1">
              <a:solidFill>
                <a:srgbClr val="FFFFFF"/>
              </a:solidFill>
              <a:latin typeface="DM Sans Bold"/>
              <a:ea typeface="DM Sans Bold"/>
              <a:cs typeface="DM Sans Bold"/>
              <a:sym typeface="DM Sans Bold"/>
            </a:endParaRPr>
          </a:p>
        </p:txBody>
      </p:sp>
      <p:sp>
        <p:nvSpPr>
          <p:cNvPr id="42" name="TextBox 42"/>
          <p:cNvSpPr txBox="1"/>
          <p:nvPr/>
        </p:nvSpPr>
        <p:spPr>
          <a:xfrm>
            <a:off x="8852572" y="7582446"/>
            <a:ext cx="2318467" cy="318796"/>
          </a:xfrm>
          <a:prstGeom prst="rect">
            <a:avLst/>
          </a:prstGeom>
        </p:spPr>
        <p:txBody>
          <a:bodyPr lIns="0" tIns="0" rIns="0" bIns="0" rtlCol="0" anchor="t">
            <a:spAutoFit/>
          </a:bodyPr>
          <a:lstStyle/>
          <a:p>
            <a:pPr algn="ctr">
              <a:lnSpc>
                <a:spcPts val="2605"/>
              </a:lnSpc>
            </a:pPr>
            <a:r>
              <a:rPr lang="en-US" sz="1885">
                <a:solidFill>
                  <a:srgbClr val="FFFFFF"/>
                </a:solidFill>
                <a:latin typeface="DM Sans"/>
                <a:ea typeface="DM Sans"/>
                <a:cs typeface="DM Sans"/>
                <a:sym typeface="DM Sans"/>
              </a:rPr>
              <a:t>Strategy</a:t>
            </a:r>
            <a:endParaRPr lang="en-US" sz="1885">
              <a:solidFill>
                <a:srgbClr val="FFFFFF"/>
              </a:solidFill>
              <a:latin typeface="DM Sans"/>
              <a:ea typeface="DM Sans"/>
              <a:cs typeface="DM Sans"/>
              <a:sym typeface="DM Sans"/>
            </a:endParaRPr>
          </a:p>
        </p:txBody>
      </p:sp>
      <p:sp>
        <p:nvSpPr>
          <p:cNvPr id="43" name="TextBox 43"/>
          <p:cNvSpPr txBox="1"/>
          <p:nvPr/>
        </p:nvSpPr>
        <p:spPr>
          <a:xfrm>
            <a:off x="9166578" y="6012493"/>
            <a:ext cx="1690455" cy="973796"/>
          </a:xfrm>
          <a:prstGeom prst="rect">
            <a:avLst/>
          </a:prstGeom>
        </p:spPr>
        <p:txBody>
          <a:bodyPr lIns="0" tIns="0" rIns="0" bIns="0" rtlCol="0" anchor="t">
            <a:spAutoFit/>
          </a:bodyPr>
          <a:lstStyle/>
          <a:p>
            <a:pPr algn="ctr">
              <a:lnSpc>
                <a:spcPts val="7915"/>
              </a:lnSpc>
            </a:pPr>
            <a:r>
              <a:rPr lang="en-US" sz="5735" b="1">
                <a:solidFill>
                  <a:srgbClr val="FFFFFF"/>
                </a:solidFill>
                <a:latin typeface="DM Sans Bold"/>
                <a:ea typeface="DM Sans Bold"/>
                <a:cs typeface="DM Sans Bold"/>
                <a:sym typeface="DM Sans Bold"/>
              </a:rPr>
              <a:t>06</a:t>
            </a:r>
            <a:endParaRPr lang="en-US" sz="5735" b="1">
              <a:solidFill>
                <a:srgbClr val="FFFFFF"/>
              </a:solidFill>
              <a:latin typeface="DM Sans Bold"/>
              <a:ea typeface="DM Sans Bold"/>
              <a:cs typeface="DM Sans Bold"/>
              <a:sym typeface="DM Sans Bold"/>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45DA0"/>
        </a:solidFill>
        <a:effectLst/>
      </p:bgPr>
    </p:bg>
    <p:spTree>
      <p:nvGrpSpPr>
        <p:cNvPr id="1" name=""/>
        <p:cNvGrpSpPr/>
        <p:nvPr/>
      </p:nvGrpSpPr>
      <p:grpSpPr>
        <a:xfrm>
          <a:off x="0" y="0"/>
          <a:ext cx="0" cy="0"/>
          <a:chOff x="0" y="0"/>
          <a:chExt cx="0" cy="0"/>
        </a:xfrm>
      </p:grpSpPr>
      <p:sp>
        <p:nvSpPr>
          <p:cNvPr id="2" name="AutoShape 2"/>
          <p:cNvSpPr/>
          <p:nvPr/>
        </p:nvSpPr>
        <p:spPr>
          <a:xfrm>
            <a:off x="7159728" y="3574441"/>
            <a:ext cx="0" cy="4676296"/>
          </a:xfrm>
          <a:prstGeom prst="line">
            <a:avLst/>
          </a:prstGeom>
          <a:ln w="47625" cap="flat">
            <a:solidFill>
              <a:srgbClr val="FFFFFF"/>
            </a:solidFill>
            <a:prstDash val="solid"/>
            <a:headEnd type="none" w="sm" len="sm"/>
            <a:tailEnd type="none" w="sm" len="sm"/>
          </a:ln>
        </p:spPr>
      </p:sp>
      <p:sp>
        <p:nvSpPr>
          <p:cNvPr id="3" name="TextBox 3"/>
          <p:cNvSpPr txBox="1"/>
          <p:nvPr/>
        </p:nvSpPr>
        <p:spPr>
          <a:xfrm>
            <a:off x="7780685" y="6316471"/>
            <a:ext cx="4026849" cy="1934266"/>
          </a:xfrm>
          <a:prstGeom prst="rect">
            <a:avLst/>
          </a:prstGeom>
        </p:spPr>
        <p:txBody>
          <a:bodyPr lIns="0" tIns="0" rIns="0" bIns="0" rtlCol="0" anchor="t">
            <a:spAutoFit/>
          </a:bodyPr>
          <a:lstStyle/>
          <a:p>
            <a:pPr marL="0" lvl="0" indent="0" algn="ctr">
              <a:lnSpc>
                <a:spcPts val="3055"/>
              </a:lnSpc>
              <a:spcBef>
                <a:spcPct val="0"/>
              </a:spcBef>
            </a:pPr>
            <a:r>
              <a:rPr lang="en-US" sz="2215" u="none" strike="noStrike">
                <a:solidFill>
                  <a:srgbClr val="FFFFFF"/>
                </a:solidFill>
                <a:latin typeface="DM Sans"/>
                <a:ea typeface="DM Sans"/>
                <a:cs typeface="DM Sans"/>
                <a:sym typeface="DM Sans"/>
              </a:rPr>
              <a:t>Lorem ipsum dolor sit amet, consectetur adipiscing elit. Duis vulputate nulla at ante rhoncus, vel efficitur felis condimentum. Proin odio odio.</a:t>
            </a:r>
            <a:endParaRPr lang="en-US" sz="2215" u="none" strike="noStrike">
              <a:solidFill>
                <a:srgbClr val="FFFFFF"/>
              </a:solidFill>
              <a:latin typeface="DM Sans"/>
              <a:ea typeface="DM Sans"/>
              <a:cs typeface="DM Sans"/>
              <a:sym typeface="DM Sans"/>
            </a:endParaRPr>
          </a:p>
        </p:txBody>
      </p:sp>
      <p:sp>
        <p:nvSpPr>
          <p:cNvPr id="4" name="Freeform 4"/>
          <p:cNvSpPr/>
          <p:nvPr/>
        </p:nvSpPr>
        <p:spPr>
          <a:xfrm>
            <a:off x="9288262" y="3838895"/>
            <a:ext cx="837406" cy="1212035"/>
          </a:xfrm>
          <a:custGeom>
            <a:avLst/>
            <a:gdLst/>
            <a:ahLst/>
            <a:cxnLst/>
            <a:rect l="l" t="t" r="r" b="b"/>
            <a:pathLst>
              <a:path w="837406" h="1212035">
                <a:moveTo>
                  <a:pt x="0" y="0"/>
                </a:moveTo>
                <a:lnTo>
                  <a:pt x="837406" y="0"/>
                </a:lnTo>
                <a:lnTo>
                  <a:pt x="837406" y="1212036"/>
                </a:lnTo>
                <a:lnTo>
                  <a:pt x="0" y="1212036"/>
                </a:lnTo>
                <a:lnTo>
                  <a:pt x="0" y="0"/>
                </a:lnTo>
                <a:close/>
              </a:path>
            </a:pathLst>
          </a:custGeom>
          <a:blipFill>
            <a:blip r:embed="rId1">
              <a:extLst>
                <a:ext uri="{96DAC541-7B7A-43D3-8B79-37D633B846F1}">
                  <asvg:svgBlip xmlns:asvg="http://schemas.microsoft.com/office/drawing/2016/SVG/main" r:embed="rId2"/>
                </a:ext>
              </a:extLst>
            </a:blip>
            <a:stretch>
              <a:fillRect/>
            </a:stretch>
          </a:blipFill>
        </p:spPr>
      </p:sp>
      <p:sp>
        <p:nvSpPr>
          <p:cNvPr id="5" name="Freeform 5"/>
          <p:cNvSpPr/>
          <p:nvPr/>
        </p:nvSpPr>
        <p:spPr>
          <a:xfrm>
            <a:off x="4198148" y="3849337"/>
            <a:ext cx="1197170" cy="1210374"/>
          </a:xfrm>
          <a:custGeom>
            <a:avLst/>
            <a:gdLst/>
            <a:ahLst/>
            <a:cxnLst/>
            <a:rect l="l" t="t" r="r" b="b"/>
            <a:pathLst>
              <a:path w="1197170" h="1210374">
                <a:moveTo>
                  <a:pt x="0" y="0"/>
                </a:moveTo>
                <a:lnTo>
                  <a:pt x="1197170" y="0"/>
                </a:lnTo>
                <a:lnTo>
                  <a:pt x="1197170" y="1210374"/>
                </a:lnTo>
                <a:lnTo>
                  <a:pt x="0" y="1210374"/>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grpSp>
        <p:nvGrpSpPr>
          <p:cNvPr id="6" name="Group 6"/>
          <p:cNvGrpSpPr/>
          <p:nvPr/>
        </p:nvGrpSpPr>
        <p:grpSpPr>
          <a:xfrm rot="-10800000">
            <a:off x="81160" y="9258300"/>
            <a:ext cx="13457996" cy="3264379"/>
            <a:chOff x="0" y="0"/>
            <a:chExt cx="17943995" cy="4352506"/>
          </a:xfrm>
        </p:grpSpPr>
        <p:sp>
          <p:nvSpPr>
            <p:cNvPr id="7" name="Freeform 7"/>
            <p:cNvSpPr/>
            <p:nvPr/>
          </p:nvSpPr>
          <p:spPr>
            <a:xfrm>
              <a:off x="0" y="0"/>
              <a:ext cx="4149650" cy="4149650"/>
            </a:xfrm>
            <a:custGeom>
              <a:avLst/>
              <a:gdLst/>
              <a:ahLst/>
              <a:cxnLst/>
              <a:rect l="l" t="t" r="r" b="b"/>
              <a:pathLst>
                <a:path w="4149650" h="4149650">
                  <a:moveTo>
                    <a:pt x="0" y="0"/>
                  </a:moveTo>
                  <a:lnTo>
                    <a:pt x="4149650" y="0"/>
                  </a:lnTo>
                  <a:lnTo>
                    <a:pt x="4149650" y="4149650"/>
                  </a:lnTo>
                  <a:lnTo>
                    <a:pt x="0" y="4149650"/>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sp>
        <p:sp>
          <p:nvSpPr>
            <p:cNvPr id="8" name="Freeform 8"/>
            <p:cNvSpPr/>
            <p:nvPr/>
          </p:nvSpPr>
          <p:spPr>
            <a:xfrm>
              <a:off x="4600097" y="861572"/>
              <a:ext cx="4149650" cy="3288079"/>
            </a:xfrm>
            <a:custGeom>
              <a:avLst/>
              <a:gdLst/>
              <a:ahLst/>
              <a:cxnLst/>
              <a:rect l="l" t="t" r="r" b="b"/>
              <a:pathLst>
                <a:path w="4149650" h="3288079">
                  <a:moveTo>
                    <a:pt x="0" y="0"/>
                  </a:moveTo>
                  <a:lnTo>
                    <a:pt x="4149651" y="0"/>
                  </a:lnTo>
                  <a:lnTo>
                    <a:pt x="4149651" y="3288078"/>
                  </a:lnTo>
                  <a:lnTo>
                    <a:pt x="0" y="3288078"/>
                  </a:lnTo>
                  <a:lnTo>
                    <a:pt x="0" y="0"/>
                  </a:lnTo>
                  <a:close/>
                </a:path>
              </a:pathLst>
            </a:custGeom>
            <a:blipFill>
              <a:blip r:embed="rId5">
                <a:extLst>
                  <a:ext uri="{96DAC541-7B7A-43D3-8B79-37D633B846F1}">
                    <asvg:svgBlip xmlns:asvg="http://schemas.microsoft.com/office/drawing/2016/SVG/main" r:embed="rId6"/>
                  </a:ext>
                </a:extLst>
              </a:blip>
              <a:stretch>
                <a:fillRect b="-26202"/>
              </a:stretch>
            </a:blipFill>
          </p:spPr>
        </p:sp>
        <p:sp>
          <p:nvSpPr>
            <p:cNvPr id="9" name="Freeform 9"/>
            <p:cNvSpPr/>
            <p:nvPr/>
          </p:nvSpPr>
          <p:spPr>
            <a:xfrm>
              <a:off x="9194248" y="202855"/>
              <a:ext cx="4149650" cy="4149650"/>
            </a:xfrm>
            <a:custGeom>
              <a:avLst/>
              <a:gdLst/>
              <a:ahLst/>
              <a:cxnLst/>
              <a:rect l="l" t="t" r="r" b="b"/>
              <a:pathLst>
                <a:path w="4149650" h="4149650">
                  <a:moveTo>
                    <a:pt x="0" y="0"/>
                  </a:moveTo>
                  <a:lnTo>
                    <a:pt x="4149650" y="0"/>
                  </a:lnTo>
                  <a:lnTo>
                    <a:pt x="4149650" y="4149651"/>
                  </a:lnTo>
                  <a:lnTo>
                    <a:pt x="0" y="4149651"/>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sp>
        <p:sp>
          <p:nvSpPr>
            <p:cNvPr id="10" name="Freeform 10"/>
            <p:cNvSpPr/>
            <p:nvPr/>
          </p:nvSpPr>
          <p:spPr>
            <a:xfrm>
              <a:off x="13794345" y="1064427"/>
              <a:ext cx="4149650" cy="3288079"/>
            </a:xfrm>
            <a:custGeom>
              <a:avLst/>
              <a:gdLst/>
              <a:ahLst/>
              <a:cxnLst/>
              <a:rect l="l" t="t" r="r" b="b"/>
              <a:pathLst>
                <a:path w="4149650" h="3288079">
                  <a:moveTo>
                    <a:pt x="0" y="0"/>
                  </a:moveTo>
                  <a:lnTo>
                    <a:pt x="4149650" y="0"/>
                  </a:lnTo>
                  <a:lnTo>
                    <a:pt x="4149650" y="3288079"/>
                  </a:lnTo>
                  <a:lnTo>
                    <a:pt x="0" y="3288079"/>
                  </a:lnTo>
                  <a:lnTo>
                    <a:pt x="0" y="0"/>
                  </a:lnTo>
                  <a:close/>
                </a:path>
              </a:pathLst>
            </a:custGeom>
            <a:blipFill>
              <a:blip r:embed="rId5">
                <a:extLst>
                  <a:ext uri="{96DAC541-7B7A-43D3-8B79-37D633B846F1}">
                    <asvg:svgBlip xmlns:asvg="http://schemas.microsoft.com/office/drawing/2016/SVG/main" r:embed="rId6"/>
                  </a:ext>
                </a:extLst>
              </a:blip>
              <a:stretch>
                <a:fillRect b="-26202"/>
              </a:stretch>
            </a:blipFill>
          </p:spPr>
        </p:sp>
      </p:grpSp>
      <p:sp>
        <p:nvSpPr>
          <p:cNvPr id="11" name="Freeform 11"/>
          <p:cNvSpPr/>
          <p:nvPr/>
        </p:nvSpPr>
        <p:spPr>
          <a:xfrm rot="6150721">
            <a:off x="6080933" y="4579544"/>
            <a:ext cx="13544802" cy="1127911"/>
          </a:xfrm>
          <a:custGeom>
            <a:avLst/>
            <a:gdLst/>
            <a:ahLst/>
            <a:cxnLst/>
            <a:rect l="l" t="t" r="r" b="b"/>
            <a:pathLst>
              <a:path w="13544802" h="1127911">
                <a:moveTo>
                  <a:pt x="0" y="0"/>
                </a:moveTo>
                <a:lnTo>
                  <a:pt x="13544801" y="0"/>
                </a:lnTo>
                <a:lnTo>
                  <a:pt x="13544801" y="1127912"/>
                </a:lnTo>
                <a:lnTo>
                  <a:pt x="0" y="1127912"/>
                </a:lnTo>
                <a:lnTo>
                  <a:pt x="0" y="0"/>
                </a:lnTo>
                <a:close/>
              </a:path>
            </a:pathLst>
          </a:custGeom>
          <a:blipFill>
            <a:blip r:embed="rId7"/>
            <a:stretch>
              <a:fillRect t="-137172"/>
            </a:stretch>
          </a:blipFill>
        </p:spPr>
      </p:sp>
      <p:grpSp>
        <p:nvGrpSpPr>
          <p:cNvPr id="12" name="Group 12"/>
          <p:cNvGrpSpPr>
            <a:grpSpLocks noChangeAspect="1"/>
          </p:cNvGrpSpPr>
          <p:nvPr/>
        </p:nvGrpSpPr>
        <p:grpSpPr>
          <a:xfrm rot="0">
            <a:off x="11807534" y="0"/>
            <a:ext cx="6254290" cy="10287000"/>
            <a:chOff x="0" y="0"/>
            <a:chExt cx="3860673" cy="6350000"/>
          </a:xfrm>
        </p:grpSpPr>
        <p:sp>
          <p:nvSpPr>
            <p:cNvPr id="13" name="Freeform 13"/>
            <p:cNvSpPr/>
            <p:nvPr/>
          </p:nvSpPr>
          <p:spPr>
            <a:xfrm>
              <a:off x="0" y="0"/>
              <a:ext cx="3860673" cy="6350000"/>
            </a:xfrm>
            <a:custGeom>
              <a:avLst/>
              <a:gdLst/>
              <a:ahLst/>
              <a:cxnLst/>
              <a:rect l="l" t="t" r="r" b="b"/>
              <a:pathLst>
                <a:path w="3860673" h="6350000">
                  <a:moveTo>
                    <a:pt x="3860673" y="0"/>
                  </a:moveTo>
                  <a:lnTo>
                    <a:pt x="2341753" y="6350000"/>
                  </a:lnTo>
                  <a:lnTo>
                    <a:pt x="0" y="6350000"/>
                  </a:lnTo>
                  <a:lnTo>
                    <a:pt x="1518920" y="0"/>
                  </a:lnTo>
                  <a:lnTo>
                    <a:pt x="3860673" y="0"/>
                  </a:lnTo>
                  <a:close/>
                </a:path>
              </a:pathLst>
            </a:custGeom>
            <a:blipFill>
              <a:blip r:embed="rId8"/>
              <a:stretch>
                <a:fillRect l="-73436" r="-73436"/>
              </a:stretch>
            </a:blipFill>
          </p:spPr>
        </p:sp>
      </p:grpSp>
      <p:sp>
        <p:nvSpPr>
          <p:cNvPr id="14" name="Freeform 14"/>
          <p:cNvSpPr/>
          <p:nvPr/>
        </p:nvSpPr>
        <p:spPr>
          <a:xfrm rot="-4615544">
            <a:off x="10510810" y="5041623"/>
            <a:ext cx="13544802" cy="1127911"/>
          </a:xfrm>
          <a:custGeom>
            <a:avLst/>
            <a:gdLst/>
            <a:ahLst/>
            <a:cxnLst/>
            <a:rect l="l" t="t" r="r" b="b"/>
            <a:pathLst>
              <a:path w="13544802" h="1127911">
                <a:moveTo>
                  <a:pt x="0" y="0"/>
                </a:moveTo>
                <a:lnTo>
                  <a:pt x="13544801" y="0"/>
                </a:lnTo>
                <a:lnTo>
                  <a:pt x="13544801" y="1127912"/>
                </a:lnTo>
                <a:lnTo>
                  <a:pt x="0" y="1127912"/>
                </a:lnTo>
                <a:lnTo>
                  <a:pt x="0" y="0"/>
                </a:lnTo>
                <a:close/>
              </a:path>
            </a:pathLst>
          </a:custGeom>
          <a:blipFill>
            <a:blip r:embed="rId7"/>
            <a:stretch>
              <a:fillRect t="-137172"/>
            </a:stretch>
          </a:blipFill>
        </p:spPr>
      </p:sp>
      <p:grpSp>
        <p:nvGrpSpPr>
          <p:cNvPr id="15" name="Group 15"/>
          <p:cNvGrpSpPr/>
          <p:nvPr/>
        </p:nvGrpSpPr>
        <p:grpSpPr>
          <a:xfrm rot="-10800000">
            <a:off x="15966396" y="9258300"/>
            <a:ext cx="13457996" cy="3264379"/>
            <a:chOff x="0" y="0"/>
            <a:chExt cx="17943995" cy="4352506"/>
          </a:xfrm>
        </p:grpSpPr>
        <p:sp>
          <p:nvSpPr>
            <p:cNvPr id="16" name="Freeform 16"/>
            <p:cNvSpPr/>
            <p:nvPr/>
          </p:nvSpPr>
          <p:spPr>
            <a:xfrm>
              <a:off x="0" y="0"/>
              <a:ext cx="4149650" cy="4149650"/>
            </a:xfrm>
            <a:custGeom>
              <a:avLst/>
              <a:gdLst/>
              <a:ahLst/>
              <a:cxnLst/>
              <a:rect l="l" t="t" r="r" b="b"/>
              <a:pathLst>
                <a:path w="4149650" h="4149650">
                  <a:moveTo>
                    <a:pt x="0" y="0"/>
                  </a:moveTo>
                  <a:lnTo>
                    <a:pt x="4149650" y="0"/>
                  </a:lnTo>
                  <a:lnTo>
                    <a:pt x="4149650" y="4149650"/>
                  </a:lnTo>
                  <a:lnTo>
                    <a:pt x="0" y="4149650"/>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sp>
        <p:sp>
          <p:nvSpPr>
            <p:cNvPr id="17" name="Freeform 17"/>
            <p:cNvSpPr/>
            <p:nvPr/>
          </p:nvSpPr>
          <p:spPr>
            <a:xfrm>
              <a:off x="4600097" y="861572"/>
              <a:ext cx="4149650" cy="3288079"/>
            </a:xfrm>
            <a:custGeom>
              <a:avLst/>
              <a:gdLst/>
              <a:ahLst/>
              <a:cxnLst/>
              <a:rect l="l" t="t" r="r" b="b"/>
              <a:pathLst>
                <a:path w="4149650" h="3288079">
                  <a:moveTo>
                    <a:pt x="0" y="0"/>
                  </a:moveTo>
                  <a:lnTo>
                    <a:pt x="4149651" y="0"/>
                  </a:lnTo>
                  <a:lnTo>
                    <a:pt x="4149651" y="3288078"/>
                  </a:lnTo>
                  <a:lnTo>
                    <a:pt x="0" y="3288078"/>
                  </a:lnTo>
                  <a:lnTo>
                    <a:pt x="0" y="0"/>
                  </a:lnTo>
                  <a:close/>
                </a:path>
              </a:pathLst>
            </a:custGeom>
            <a:blipFill>
              <a:blip r:embed="rId5">
                <a:extLst>
                  <a:ext uri="{96DAC541-7B7A-43D3-8B79-37D633B846F1}">
                    <asvg:svgBlip xmlns:asvg="http://schemas.microsoft.com/office/drawing/2016/SVG/main" r:embed="rId6"/>
                  </a:ext>
                </a:extLst>
              </a:blip>
              <a:stretch>
                <a:fillRect b="-26202"/>
              </a:stretch>
            </a:blipFill>
          </p:spPr>
        </p:sp>
        <p:sp>
          <p:nvSpPr>
            <p:cNvPr id="18" name="Freeform 18"/>
            <p:cNvSpPr/>
            <p:nvPr/>
          </p:nvSpPr>
          <p:spPr>
            <a:xfrm>
              <a:off x="9194248" y="202855"/>
              <a:ext cx="4149650" cy="4149650"/>
            </a:xfrm>
            <a:custGeom>
              <a:avLst/>
              <a:gdLst/>
              <a:ahLst/>
              <a:cxnLst/>
              <a:rect l="l" t="t" r="r" b="b"/>
              <a:pathLst>
                <a:path w="4149650" h="4149650">
                  <a:moveTo>
                    <a:pt x="0" y="0"/>
                  </a:moveTo>
                  <a:lnTo>
                    <a:pt x="4149650" y="0"/>
                  </a:lnTo>
                  <a:lnTo>
                    <a:pt x="4149650" y="4149651"/>
                  </a:lnTo>
                  <a:lnTo>
                    <a:pt x="0" y="4149651"/>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sp>
        <p:sp>
          <p:nvSpPr>
            <p:cNvPr id="19" name="Freeform 19"/>
            <p:cNvSpPr/>
            <p:nvPr/>
          </p:nvSpPr>
          <p:spPr>
            <a:xfrm>
              <a:off x="13794345" y="1064427"/>
              <a:ext cx="4149650" cy="3288079"/>
            </a:xfrm>
            <a:custGeom>
              <a:avLst/>
              <a:gdLst/>
              <a:ahLst/>
              <a:cxnLst/>
              <a:rect l="l" t="t" r="r" b="b"/>
              <a:pathLst>
                <a:path w="4149650" h="3288079">
                  <a:moveTo>
                    <a:pt x="0" y="0"/>
                  </a:moveTo>
                  <a:lnTo>
                    <a:pt x="4149650" y="0"/>
                  </a:lnTo>
                  <a:lnTo>
                    <a:pt x="4149650" y="3288079"/>
                  </a:lnTo>
                  <a:lnTo>
                    <a:pt x="0" y="3288079"/>
                  </a:lnTo>
                  <a:lnTo>
                    <a:pt x="0" y="0"/>
                  </a:lnTo>
                  <a:close/>
                </a:path>
              </a:pathLst>
            </a:custGeom>
            <a:blipFill>
              <a:blip r:embed="rId5">
                <a:extLst>
                  <a:ext uri="{96DAC541-7B7A-43D3-8B79-37D633B846F1}">
                    <asvg:svgBlip xmlns:asvg="http://schemas.microsoft.com/office/drawing/2016/SVG/main" r:embed="rId6"/>
                  </a:ext>
                </a:extLst>
              </a:blip>
              <a:stretch>
                <a:fillRect b="-26202"/>
              </a:stretch>
            </a:blipFill>
          </p:spPr>
        </p:sp>
      </p:grpSp>
      <p:sp>
        <p:nvSpPr>
          <p:cNvPr id="20" name="TextBox 20"/>
          <p:cNvSpPr txBox="1"/>
          <p:nvPr/>
        </p:nvSpPr>
        <p:spPr>
          <a:xfrm>
            <a:off x="3524195" y="2017041"/>
            <a:ext cx="6977998" cy="1214499"/>
          </a:xfrm>
          <a:prstGeom prst="rect">
            <a:avLst/>
          </a:prstGeom>
        </p:spPr>
        <p:txBody>
          <a:bodyPr lIns="0" tIns="0" rIns="0" bIns="0" rtlCol="0" anchor="t">
            <a:spAutoFit/>
          </a:bodyPr>
          <a:lstStyle/>
          <a:p>
            <a:pPr marL="0" lvl="0" indent="0" algn="ctr">
              <a:lnSpc>
                <a:spcPts val="9625"/>
              </a:lnSpc>
              <a:spcBef>
                <a:spcPct val="0"/>
              </a:spcBef>
            </a:pPr>
            <a:r>
              <a:rPr lang="en-US" sz="8020" b="1">
                <a:solidFill>
                  <a:srgbClr val="FFFFFF"/>
                </a:solidFill>
                <a:latin typeface="Now Bold" panose="00000800000000000000"/>
                <a:ea typeface="Now Bold" panose="00000800000000000000"/>
                <a:cs typeface="Now Bold" panose="00000800000000000000"/>
                <a:sym typeface="Now Bold" panose="00000800000000000000"/>
              </a:rPr>
              <a:t>ABOUT US</a:t>
            </a:r>
            <a:endParaRPr lang="en-US" sz="8020" b="1">
              <a:solidFill>
                <a:srgbClr val="FFFFFF"/>
              </a:solidFill>
              <a:latin typeface="Now Bold" panose="00000800000000000000"/>
              <a:ea typeface="Now Bold" panose="00000800000000000000"/>
              <a:cs typeface="Now Bold" panose="00000800000000000000"/>
              <a:sym typeface="Now Bold" panose="00000800000000000000"/>
            </a:endParaRPr>
          </a:p>
        </p:txBody>
      </p:sp>
      <p:sp>
        <p:nvSpPr>
          <p:cNvPr id="21" name="TextBox 21"/>
          <p:cNvSpPr txBox="1"/>
          <p:nvPr/>
        </p:nvSpPr>
        <p:spPr>
          <a:xfrm>
            <a:off x="2701743" y="6335692"/>
            <a:ext cx="4026849" cy="1934266"/>
          </a:xfrm>
          <a:prstGeom prst="rect">
            <a:avLst/>
          </a:prstGeom>
        </p:spPr>
        <p:txBody>
          <a:bodyPr lIns="0" tIns="0" rIns="0" bIns="0" rtlCol="0" anchor="t">
            <a:spAutoFit/>
          </a:bodyPr>
          <a:lstStyle/>
          <a:p>
            <a:pPr marL="0" lvl="0" indent="0" algn="ctr">
              <a:lnSpc>
                <a:spcPts val="3055"/>
              </a:lnSpc>
              <a:spcBef>
                <a:spcPct val="0"/>
              </a:spcBef>
            </a:pPr>
            <a:r>
              <a:rPr lang="en-US" sz="2215" u="none" strike="noStrike">
                <a:solidFill>
                  <a:srgbClr val="FFFFFF"/>
                </a:solidFill>
                <a:latin typeface="DM Sans"/>
                <a:ea typeface="DM Sans"/>
                <a:cs typeface="DM Sans"/>
                <a:sym typeface="DM Sans"/>
              </a:rPr>
              <a:t>Lorem ipsum dolor sit amet, consectetur adipiscing elit. Duis vulputate nulla at ante rhoncus, vel efficitur felis condimentum. Proin odio odio.</a:t>
            </a:r>
            <a:endParaRPr lang="en-US" sz="2215" u="none" strike="noStrike">
              <a:solidFill>
                <a:srgbClr val="FFFFFF"/>
              </a:solidFill>
              <a:latin typeface="DM Sans"/>
              <a:ea typeface="DM Sans"/>
              <a:cs typeface="DM Sans"/>
              <a:sym typeface="DM Sans"/>
            </a:endParaRPr>
          </a:p>
        </p:txBody>
      </p:sp>
      <p:sp>
        <p:nvSpPr>
          <p:cNvPr id="22" name="TextBox 22"/>
          <p:cNvSpPr txBox="1"/>
          <p:nvPr/>
        </p:nvSpPr>
        <p:spPr>
          <a:xfrm>
            <a:off x="2783309" y="5635441"/>
            <a:ext cx="4026849" cy="381500"/>
          </a:xfrm>
          <a:prstGeom prst="rect">
            <a:avLst/>
          </a:prstGeom>
        </p:spPr>
        <p:txBody>
          <a:bodyPr lIns="0" tIns="0" rIns="0" bIns="0" rtlCol="0" anchor="t">
            <a:spAutoFit/>
          </a:bodyPr>
          <a:lstStyle/>
          <a:p>
            <a:pPr marL="0" lvl="0" indent="0" algn="ctr">
              <a:lnSpc>
                <a:spcPts val="3055"/>
              </a:lnSpc>
              <a:spcBef>
                <a:spcPct val="0"/>
              </a:spcBef>
            </a:pPr>
            <a:r>
              <a:rPr lang="en-US" sz="2215" b="1">
                <a:solidFill>
                  <a:srgbClr val="FFFFFF"/>
                </a:solidFill>
                <a:latin typeface="DM Sans Bold"/>
                <a:ea typeface="DM Sans Bold"/>
                <a:cs typeface="DM Sans Bold"/>
                <a:sym typeface="DM Sans Bold"/>
              </a:rPr>
              <a:t>BUSINESS PROPOSAL</a:t>
            </a:r>
            <a:endParaRPr lang="en-US" sz="2215" b="1">
              <a:solidFill>
                <a:srgbClr val="FFFFFF"/>
              </a:solidFill>
              <a:latin typeface="DM Sans Bold"/>
              <a:ea typeface="DM Sans Bold"/>
              <a:cs typeface="DM Sans Bold"/>
              <a:sym typeface="DM Sans Bold"/>
            </a:endParaRPr>
          </a:p>
        </p:txBody>
      </p:sp>
      <p:sp>
        <p:nvSpPr>
          <p:cNvPr id="23" name="TextBox 23"/>
          <p:cNvSpPr txBox="1"/>
          <p:nvPr/>
        </p:nvSpPr>
        <p:spPr>
          <a:xfrm>
            <a:off x="7693540" y="5635441"/>
            <a:ext cx="4026849" cy="381500"/>
          </a:xfrm>
          <a:prstGeom prst="rect">
            <a:avLst/>
          </a:prstGeom>
        </p:spPr>
        <p:txBody>
          <a:bodyPr lIns="0" tIns="0" rIns="0" bIns="0" rtlCol="0" anchor="t">
            <a:spAutoFit/>
          </a:bodyPr>
          <a:lstStyle/>
          <a:p>
            <a:pPr marL="0" lvl="0" indent="0" algn="ctr">
              <a:lnSpc>
                <a:spcPts val="3055"/>
              </a:lnSpc>
              <a:spcBef>
                <a:spcPct val="0"/>
              </a:spcBef>
            </a:pPr>
            <a:r>
              <a:rPr lang="en-US" sz="2215" b="1">
                <a:solidFill>
                  <a:srgbClr val="FFFFFF"/>
                </a:solidFill>
                <a:latin typeface="DM Sans Bold"/>
                <a:ea typeface="DM Sans Bold"/>
                <a:cs typeface="DM Sans Bold"/>
                <a:sym typeface="DM Sans Bold"/>
              </a:rPr>
              <a:t>BUSINESS PLAN</a:t>
            </a:r>
            <a:endParaRPr lang="en-US" sz="2215" b="1">
              <a:solidFill>
                <a:srgbClr val="FFFFFF"/>
              </a:solidFill>
              <a:latin typeface="DM Sans Bold"/>
              <a:ea typeface="DM Sans Bold"/>
              <a:cs typeface="DM Sans Bold"/>
              <a:sym typeface="DM Sans Bold"/>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p:cNvGrpSpPr/>
        <p:nvPr/>
      </p:nvGrpSpPr>
      <p:grpSpPr>
        <a:xfrm>
          <a:off x="0" y="0"/>
          <a:ext cx="0" cy="0"/>
          <a:chOff x="0" y="0"/>
          <a:chExt cx="0" cy="0"/>
        </a:xfrm>
      </p:grpSpPr>
      <p:grpSp>
        <p:nvGrpSpPr>
          <p:cNvPr id="2" name="Group 2"/>
          <p:cNvGrpSpPr/>
          <p:nvPr/>
        </p:nvGrpSpPr>
        <p:grpSpPr>
          <a:xfrm rot="0">
            <a:off x="10982623" y="4586506"/>
            <a:ext cx="4432959" cy="1427059"/>
            <a:chOff x="0" y="0"/>
            <a:chExt cx="4289760" cy="1380960"/>
          </a:xfrm>
        </p:grpSpPr>
        <p:sp>
          <p:nvSpPr>
            <p:cNvPr id="3" name="Freeform 3"/>
            <p:cNvSpPr/>
            <p:nvPr/>
          </p:nvSpPr>
          <p:spPr>
            <a:xfrm>
              <a:off x="0" y="0"/>
              <a:ext cx="4289806" cy="1380998"/>
            </a:xfrm>
            <a:custGeom>
              <a:avLst/>
              <a:gdLst/>
              <a:ahLst/>
              <a:cxnLst/>
              <a:rect l="l" t="t" r="r" b="b"/>
              <a:pathLst>
                <a:path w="4289806" h="1380998">
                  <a:moveTo>
                    <a:pt x="4013454" y="876173"/>
                  </a:moveTo>
                  <a:lnTo>
                    <a:pt x="3530854" y="0"/>
                  </a:lnTo>
                  <a:lnTo>
                    <a:pt x="758825" y="0"/>
                  </a:lnTo>
                  <a:lnTo>
                    <a:pt x="279400" y="876173"/>
                  </a:lnTo>
                  <a:lnTo>
                    <a:pt x="0" y="1380998"/>
                  </a:lnTo>
                  <a:lnTo>
                    <a:pt x="4289806" y="1380998"/>
                  </a:lnTo>
                  <a:lnTo>
                    <a:pt x="4013454" y="876173"/>
                  </a:lnTo>
                  <a:close/>
                </a:path>
              </a:pathLst>
            </a:custGeom>
            <a:solidFill>
              <a:srgbClr val="4BD1FB"/>
            </a:solidFill>
          </p:spPr>
        </p:sp>
      </p:grpSp>
      <p:grpSp>
        <p:nvGrpSpPr>
          <p:cNvPr id="4" name="Group 4"/>
          <p:cNvGrpSpPr/>
          <p:nvPr/>
        </p:nvGrpSpPr>
        <p:grpSpPr>
          <a:xfrm rot="0">
            <a:off x="11815942" y="1873011"/>
            <a:ext cx="2769297" cy="2611562"/>
            <a:chOff x="0" y="0"/>
            <a:chExt cx="2679840" cy="2527200"/>
          </a:xfrm>
        </p:grpSpPr>
        <p:sp>
          <p:nvSpPr>
            <p:cNvPr id="5" name="Freeform 5"/>
            <p:cNvSpPr/>
            <p:nvPr/>
          </p:nvSpPr>
          <p:spPr>
            <a:xfrm>
              <a:off x="0" y="0"/>
              <a:ext cx="2679827" cy="2527173"/>
            </a:xfrm>
            <a:custGeom>
              <a:avLst/>
              <a:gdLst/>
              <a:ahLst/>
              <a:cxnLst/>
              <a:rect l="l" t="t" r="r" b="b"/>
              <a:pathLst>
                <a:path w="2679827" h="2527173">
                  <a:moveTo>
                    <a:pt x="1343152" y="0"/>
                  </a:moveTo>
                  <a:lnTo>
                    <a:pt x="0" y="2527173"/>
                  </a:lnTo>
                  <a:lnTo>
                    <a:pt x="2679827" y="2527173"/>
                  </a:lnTo>
                  <a:lnTo>
                    <a:pt x="1343152" y="0"/>
                  </a:lnTo>
                  <a:close/>
                </a:path>
              </a:pathLst>
            </a:custGeom>
            <a:solidFill>
              <a:srgbClr val="CFF4FF"/>
            </a:solidFill>
          </p:spPr>
        </p:sp>
      </p:grpSp>
      <p:grpSp>
        <p:nvGrpSpPr>
          <p:cNvPr id="6" name="Group 6"/>
          <p:cNvGrpSpPr/>
          <p:nvPr/>
        </p:nvGrpSpPr>
        <p:grpSpPr>
          <a:xfrm rot="0">
            <a:off x="9135929" y="7686899"/>
            <a:ext cx="8123371" cy="1571401"/>
            <a:chOff x="0" y="0"/>
            <a:chExt cx="7860960" cy="1520640"/>
          </a:xfrm>
        </p:grpSpPr>
        <p:sp>
          <p:nvSpPr>
            <p:cNvPr id="7" name="Freeform 7"/>
            <p:cNvSpPr/>
            <p:nvPr/>
          </p:nvSpPr>
          <p:spPr>
            <a:xfrm>
              <a:off x="0" y="0"/>
              <a:ext cx="7860919" cy="1520698"/>
            </a:xfrm>
            <a:custGeom>
              <a:avLst/>
              <a:gdLst/>
              <a:ahLst/>
              <a:cxnLst/>
              <a:rect l="l" t="t" r="r" b="b"/>
              <a:pathLst>
                <a:path w="7860919" h="1520698">
                  <a:moveTo>
                    <a:pt x="879475" y="0"/>
                  </a:moveTo>
                  <a:lnTo>
                    <a:pt x="0" y="1520698"/>
                  </a:lnTo>
                  <a:lnTo>
                    <a:pt x="3933698" y="1520698"/>
                  </a:lnTo>
                  <a:lnTo>
                    <a:pt x="7860919" y="1520698"/>
                  </a:lnTo>
                  <a:lnTo>
                    <a:pt x="6981571" y="0"/>
                  </a:lnTo>
                  <a:lnTo>
                    <a:pt x="879475" y="0"/>
                  </a:lnTo>
                  <a:close/>
                </a:path>
              </a:pathLst>
            </a:custGeom>
            <a:solidFill>
              <a:srgbClr val="0071C9"/>
            </a:solidFill>
          </p:spPr>
        </p:sp>
      </p:grpSp>
      <p:grpSp>
        <p:nvGrpSpPr>
          <p:cNvPr id="8" name="Group 8"/>
          <p:cNvGrpSpPr/>
          <p:nvPr/>
        </p:nvGrpSpPr>
        <p:grpSpPr>
          <a:xfrm rot="0">
            <a:off x="10116567" y="6131866"/>
            <a:ext cx="6168048" cy="1424082"/>
            <a:chOff x="0" y="0"/>
            <a:chExt cx="5968800" cy="1378080"/>
          </a:xfrm>
        </p:grpSpPr>
        <p:sp>
          <p:nvSpPr>
            <p:cNvPr id="9" name="Freeform 9"/>
            <p:cNvSpPr/>
            <p:nvPr/>
          </p:nvSpPr>
          <p:spPr>
            <a:xfrm>
              <a:off x="0" y="0"/>
              <a:ext cx="5968746" cy="1378077"/>
            </a:xfrm>
            <a:custGeom>
              <a:avLst/>
              <a:gdLst/>
              <a:ahLst/>
              <a:cxnLst/>
              <a:rect l="l" t="t" r="r" b="b"/>
              <a:pathLst>
                <a:path w="5968746" h="1378077">
                  <a:moveTo>
                    <a:pt x="5194173" y="0"/>
                  </a:moveTo>
                  <a:lnTo>
                    <a:pt x="774700" y="0"/>
                  </a:lnTo>
                  <a:lnTo>
                    <a:pt x="0" y="1378077"/>
                  </a:lnTo>
                  <a:lnTo>
                    <a:pt x="5968746" y="1378077"/>
                  </a:lnTo>
                  <a:lnTo>
                    <a:pt x="5194173" y="0"/>
                  </a:lnTo>
                  <a:close/>
                </a:path>
              </a:pathLst>
            </a:custGeom>
            <a:solidFill>
              <a:srgbClr val="56AEFF"/>
            </a:solidFill>
          </p:spPr>
        </p:sp>
      </p:grpSp>
      <p:sp>
        <p:nvSpPr>
          <p:cNvPr id="10" name="Freeform 10"/>
          <p:cNvSpPr/>
          <p:nvPr/>
        </p:nvSpPr>
        <p:spPr>
          <a:xfrm>
            <a:off x="12557312" y="4699474"/>
            <a:ext cx="1137117" cy="1137117"/>
          </a:xfrm>
          <a:custGeom>
            <a:avLst/>
            <a:gdLst/>
            <a:ahLst/>
            <a:cxnLst/>
            <a:rect l="l" t="t" r="r" b="b"/>
            <a:pathLst>
              <a:path w="1137117" h="1137117">
                <a:moveTo>
                  <a:pt x="0" y="0"/>
                </a:moveTo>
                <a:lnTo>
                  <a:pt x="1137117" y="0"/>
                </a:lnTo>
                <a:lnTo>
                  <a:pt x="1137117" y="1137117"/>
                </a:lnTo>
                <a:lnTo>
                  <a:pt x="0" y="1137117"/>
                </a:lnTo>
                <a:lnTo>
                  <a:pt x="0" y="0"/>
                </a:lnTo>
                <a:close/>
              </a:path>
            </a:pathLst>
          </a:custGeom>
          <a:blipFill>
            <a:blip r:embed="rId1">
              <a:extLst>
                <a:ext uri="{96DAC541-7B7A-43D3-8B79-37D633B846F1}">
                  <asvg:svgBlip xmlns:asvg="http://schemas.microsoft.com/office/drawing/2016/SVG/main" r:embed="rId2"/>
                </a:ext>
              </a:extLst>
            </a:blip>
            <a:stretch>
              <a:fillRect/>
            </a:stretch>
          </a:blipFill>
        </p:spPr>
      </p:sp>
      <p:sp>
        <p:nvSpPr>
          <p:cNvPr id="11" name="Freeform 11"/>
          <p:cNvSpPr/>
          <p:nvPr/>
        </p:nvSpPr>
        <p:spPr>
          <a:xfrm>
            <a:off x="12557312" y="6363602"/>
            <a:ext cx="1280605" cy="973260"/>
          </a:xfrm>
          <a:custGeom>
            <a:avLst/>
            <a:gdLst/>
            <a:ahLst/>
            <a:cxnLst/>
            <a:rect l="l" t="t" r="r" b="b"/>
            <a:pathLst>
              <a:path w="1280605" h="973260">
                <a:moveTo>
                  <a:pt x="0" y="0"/>
                </a:moveTo>
                <a:lnTo>
                  <a:pt x="1280605" y="0"/>
                </a:lnTo>
                <a:lnTo>
                  <a:pt x="1280605" y="973260"/>
                </a:lnTo>
                <a:lnTo>
                  <a:pt x="0" y="973260"/>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12" name="Freeform 12"/>
          <p:cNvSpPr/>
          <p:nvPr/>
        </p:nvSpPr>
        <p:spPr>
          <a:xfrm>
            <a:off x="12434923" y="7852312"/>
            <a:ext cx="1525382" cy="1240575"/>
          </a:xfrm>
          <a:custGeom>
            <a:avLst/>
            <a:gdLst/>
            <a:ahLst/>
            <a:cxnLst/>
            <a:rect l="l" t="t" r="r" b="b"/>
            <a:pathLst>
              <a:path w="1525382" h="1240575">
                <a:moveTo>
                  <a:pt x="0" y="0"/>
                </a:moveTo>
                <a:lnTo>
                  <a:pt x="1525383" y="0"/>
                </a:lnTo>
                <a:lnTo>
                  <a:pt x="1525383" y="1240575"/>
                </a:lnTo>
                <a:lnTo>
                  <a:pt x="0" y="1240575"/>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sp>
      <p:sp>
        <p:nvSpPr>
          <p:cNvPr id="13" name="Freeform 13"/>
          <p:cNvSpPr/>
          <p:nvPr/>
        </p:nvSpPr>
        <p:spPr>
          <a:xfrm>
            <a:off x="12650582" y="2884820"/>
            <a:ext cx="1187335" cy="1187335"/>
          </a:xfrm>
          <a:custGeom>
            <a:avLst/>
            <a:gdLst/>
            <a:ahLst/>
            <a:cxnLst/>
            <a:rect l="l" t="t" r="r" b="b"/>
            <a:pathLst>
              <a:path w="1187335" h="1187335">
                <a:moveTo>
                  <a:pt x="0" y="0"/>
                </a:moveTo>
                <a:lnTo>
                  <a:pt x="1187335" y="0"/>
                </a:lnTo>
                <a:lnTo>
                  <a:pt x="1187335" y="1187336"/>
                </a:lnTo>
                <a:lnTo>
                  <a:pt x="0" y="1187336"/>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sp>
      <p:sp>
        <p:nvSpPr>
          <p:cNvPr id="14" name="TextBox 14"/>
          <p:cNvSpPr txBox="1"/>
          <p:nvPr/>
        </p:nvSpPr>
        <p:spPr>
          <a:xfrm>
            <a:off x="2596623" y="1779083"/>
            <a:ext cx="5801499" cy="962025"/>
          </a:xfrm>
          <a:prstGeom prst="rect">
            <a:avLst/>
          </a:prstGeom>
        </p:spPr>
        <p:txBody>
          <a:bodyPr lIns="0" tIns="0" rIns="0" bIns="0" rtlCol="0" anchor="t">
            <a:spAutoFit/>
          </a:bodyPr>
          <a:lstStyle/>
          <a:p>
            <a:pPr marL="0" lvl="0" indent="0" algn="l">
              <a:lnSpc>
                <a:spcPts val="7520"/>
              </a:lnSpc>
              <a:spcBef>
                <a:spcPct val="0"/>
              </a:spcBef>
            </a:pPr>
            <a:r>
              <a:rPr lang="en-US" sz="6270" b="1">
                <a:solidFill>
                  <a:srgbClr val="FFFFFF"/>
                </a:solidFill>
                <a:latin typeface="Now Bold" panose="00000800000000000000"/>
                <a:ea typeface="Now Bold" panose="00000800000000000000"/>
                <a:cs typeface="Now Bold" panose="00000800000000000000"/>
                <a:sym typeface="Now Bold" panose="00000800000000000000"/>
              </a:rPr>
              <a:t>VALUES</a:t>
            </a:r>
            <a:endParaRPr lang="en-US" sz="6270" b="1">
              <a:solidFill>
                <a:srgbClr val="FFFFFF"/>
              </a:solidFill>
              <a:latin typeface="Now Bold" panose="00000800000000000000"/>
              <a:ea typeface="Now Bold" panose="00000800000000000000"/>
              <a:cs typeface="Now Bold" panose="00000800000000000000"/>
              <a:sym typeface="Now Bold" panose="00000800000000000000"/>
            </a:endParaRPr>
          </a:p>
        </p:txBody>
      </p:sp>
      <p:sp>
        <p:nvSpPr>
          <p:cNvPr id="15" name="TextBox 15"/>
          <p:cNvSpPr txBox="1"/>
          <p:nvPr/>
        </p:nvSpPr>
        <p:spPr>
          <a:xfrm>
            <a:off x="2533666" y="4408373"/>
            <a:ext cx="957654" cy="738583"/>
          </a:xfrm>
          <a:prstGeom prst="rect">
            <a:avLst/>
          </a:prstGeom>
        </p:spPr>
        <p:txBody>
          <a:bodyPr lIns="0" tIns="0" rIns="0" bIns="0" rtlCol="0" anchor="t">
            <a:spAutoFit/>
          </a:bodyPr>
          <a:lstStyle/>
          <a:p>
            <a:pPr marL="0" lvl="0" indent="0" algn="ctr">
              <a:lnSpc>
                <a:spcPts val="6015"/>
              </a:lnSpc>
              <a:spcBef>
                <a:spcPct val="0"/>
              </a:spcBef>
            </a:pPr>
            <a:r>
              <a:rPr lang="en-US" sz="4355" b="1">
                <a:solidFill>
                  <a:srgbClr val="4BD1FB"/>
                </a:solidFill>
                <a:latin typeface="DM Sans Bold"/>
                <a:ea typeface="DM Sans Bold"/>
                <a:cs typeface="DM Sans Bold"/>
                <a:sym typeface="DM Sans Bold"/>
              </a:rPr>
              <a:t>01</a:t>
            </a:r>
            <a:endParaRPr lang="en-US" sz="4355" b="1">
              <a:solidFill>
                <a:srgbClr val="4BD1FB"/>
              </a:solidFill>
              <a:latin typeface="DM Sans Bold"/>
              <a:ea typeface="DM Sans Bold"/>
              <a:cs typeface="DM Sans Bold"/>
              <a:sym typeface="DM Sans Bold"/>
            </a:endParaRPr>
          </a:p>
        </p:txBody>
      </p:sp>
      <p:sp>
        <p:nvSpPr>
          <p:cNvPr id="16" name="TextBox 16"/>
          <p:cNvSpPr txBox="1"/>
          <p:nvPr/>
        </p:nvSpPr>
        <p:spPr>
          <a:xfrm>
            <a:off x="2533666" y="5556793"/>
            <a:ext cx="957654" cy="738583"/>
          </a:xfrm>
          <a:prstGeom prst="rect">
            <a:avLst/>
          </a:prstGeom>
        </p:spPr>
        <p:txBody>
          <a:bodyPr lIns="0" tIns="0" rIns="0" bIns="0" rtlCol="0" anchor="t">
            <a:spAutoFit/>
          </a:bodyPr>
          <a:lstStyle/>
          <a:p>
            <a:pPr marL="0" lvl="0" indent="0" algn="ctr">
              <a:lnSpc>
                <a:spcPts val="6015"/>
              </a:lnSpc>
              <a:spcBef>
                <a:spcPct val="0"/>
              </a:spcBef>
            </a:pPr>
            <a:r>
              <a:rPr lang="en-US" sz="4355" b="1">
                <a:solidFill>
                  <a:srgbClr val="4BD1FB"/>
                </a:solidFill>
                <a:latin typeface="DM Sans Bold"/>
                <a:ea typeface="DM Sans Bold"/>
                <a:cs typeface="DM Sans Bold"/>
                <a:sym typeface="DM Sans Bold"/>
              </a:rPr>
              <a:t>02</a:t>
            </a:r>
            <a:endParaRPr lang="en-US" sz="4355" b="1">
              <a:solidFill>
                <a:srgbClr val="4BD1FB"/>
              </a:solidFill>
              <a:latin typeface="DM Sans Bold"/>
              <a:ea typeface="DM Sans Bold"/>
              <a:cs typeface="DM Sans Bold"/>
              <a:sym typeface="DM Sans Bold"/>
            </a:endParaRPr>
          </a:p>
        </p:txBody>
      </p:sp>
      <p:sp>
        <p:nvSpPr>
          <p:cNvPr id="17" name="TextBox 17"/>
          <p:cNvSpPr txBox="1"/>
          <p:nvPr/>
        </p:nvSpPr>
        <p:spPr>
          <a:xfrm>
            <a:off x="2533666" y="6702799"/>
            <a:ext cx="957654" cy="738583"/>
          </a:xfrm>
          <a:prstGeom prst="rect">
            <a:avLst/>
          </a:prstGeom>
        </p:spPr>
        <p:txBody>
          <a:bodyPr lIns="0" tIns="0" rIns="0" bIns="0" rtlCol="0" anchor="t">
            <a:spAutoFit/>
          </a:bodyPr>
          <a:lstStyle/>
          <a:p>
            <a:pPr marL="0" lvl="0" indent="0" algn="ctr">
              <a:lnSpc>
                <a:spcPts val="6015"/>
              </a:lnSpc>
              <a:spcBef>
                <a:spcPct val="0"/>
              </a:spcBef>
            </a:pPr>
            <a:r>
              <a:rPr lang="en-US" sz="4355" b="1">
                <a:solidFill>
                  <a:srgbClr val="4BD1FB"/>
                </a:solidFill>
                <a:latin typeface="DM Sans Bold"/>
                <a:ea typeface="DM Sans Bold"/>
                <a:cs typeface="DM Sans Bold"/>
                <a:sym typeface="DM Sans Bold"/>
              </a:rPr>
              <a:t>03</a:t>
            </a:r>
            <a:endParaRPr lang="en-US" sz="4355" b="1">
              <a:solidFill>
                <a:srgbClr val="4BD1FB"/>
              </a:solidFill>
              <a:latin typeface="DM Sans Bold"/>
              <a:ea typeface="DM Sans Bold"/>
              <a:cs typeface="DM Sans Bold"/>
              <a:sym typeface="DM Sans Bold"/>
            </a:endParaRPr>
          </a:p>
        </p:txBody>
      </p:sp>
      <p:sp>
        <p:nvSpPr>
          <p:cNvPr id="18" name="TextBox 18"/>
          <p:cNvSpPr txBox="1"/>
          <p:nvPr/>
        </p:nvSpPr>
        <p:spPr>
          <a:xfrm>
            <a:off x="2533666" y="7851218"/>
            <a:ext cx="957654" cy="738583"/>
          </a:xfrm>
          <a:prstGeom prst="rect">
            <a:avLst/>
          </a:prstGeom>
        </p:spPr>
        <p:txBody>
          <a:bodyPr lIns="0" tIns="0" rIns="0" bIns="0" rtlCol="0" anchor="t">
            <a:spAutoFit/>
          </a:bodyPr>
          <a:lstStyle/>
          <a:p>
            <a:pPr marL="0" lvl="0" indent="0" algn="ctr">
              <a:lnSpc>
                <a:spcPts val="6015"/>
              </a:lnSpc>
              <a:spcBef>
                <a:spcPct val="0"/>
              </a:spcBef>
            </a:pPr>
            <a:r>
              <a:rPr lang="en-US" sz="4355" b="1">
                <a:solidFill>
                  <a:srgbClr val="4BD1FB"/>
                </a:solidFill>
                <a:latin typeface="DM Sans Bold"/>
                <a:ea typeface="DM Sans Bold"/>
                <a:cs typeface="DM Sans Bold"/>
                <a:sym typeface="DM Sans Bold"/>
              </a:rPr>
              <a:t>04</a:t>
            </a:r>
            <a:endParaRPr lang="en-US" sz="4355" b="1">
              <a:solidFill>
                <a:srgbClr val="4BD1FB"/>
              </a:solidFill>
              <a:latin typeface="DM Sans Bold"/>
              <a:ea typeface="DM Sans Bold"/>
              <a:cs typeface="DM Sans Bold"/>
              <a:sym typeface="DM Sans Bold"/>
            </a:endParaRPr>
          </a:p>
        </p:txBody>
      </p:sp>
      <p:sp>
        <p:nvSpPr>
          <p:cNvPr id="19" name="TextBox 19"/>
          <p:cNvSpPr txBox="1"/>
          <p:nvPr/>
        </p:nvSpPr>
        <p:spPr>
          <a:xfrm>
            <a:off x="2596623" y="2693483"/>
            <a:ext cx="8678831" cy="1304565"/>
          </a:xfrm>
          <a:prstGeom prst="rect">
            <a:avLst/>
          </a:prstGeom>
        </p:spPr>
        <p:txBody>
          <a:bodyPr lIns="0" tIns="0" rIns="0" bIns="0" rtlCol="0" anchor="t">
            <a:spAutoFit/>
          </a:bodyPr>
          <a:lstStyle/>
          <a:p>
            <a:pPr marL="0" lvl="0" indent="0" algn="l">
              <a:lnSpc>
                <a:spcPts val="3470"/>
              </a:lnSpc>
              <a:spcBef>
                <a:spcPct val="0"/>
              </a:spcBef>
            </a:pPr>
            <a:r>
              <a:rPr lang="en-US" sz="2515" u="none" strike="noStrike">
                <a:solidFill>
                  <a:srgbClr val="FFFFFF"/>
                </a:solidFill>
                <a:latin typeface="DM Sans"/>
                <a:ea typeface="DM Sans"/>
                <a:cs typeface="DM Sans"/>
                <a:sym typeface="DM Sans"/>
              </a:rPr>
              <a:t>Lorem ipsum dolor sit amet, consectetur adipiscing elit. Duis vulputate nulla at ante rhoncus, vel efficitur felis condimentum. Proin odio odio.</a:t>
            </a:r>
            <a:endParaRPr lang="en-US" sz="2515" u="none" strike="noStrike">
              <a:solidFill>
                <a:srgbClr val="FFFFFF"/>
              </a:solidFill>
              <a:latin typeface="DM Sans"/>
              <a:ea typeface="DM Sans"/>
              <a:cs typeface="DM Sans"/>
              <a:sym typeface="DM Sans"/>
            </a:endParaRPr>
          </a:p>
        </p:txBody>
      </p:sp>
      <p:sp>
        <p:nvSpPr>
          <p:cNvPr id="20" name="Freeform 20"/>
          <p:cNvSpPr/>
          <p:nvPr/>
        </p:nvSpPr>
        <p:spPr>
          <a:xfrm>
            <a:off x="15128164" y="-2586935"/>
            <a:ext cx="5956513" cy="5956513"/>
          </a:xfrm>
          <a:custGeom>
            <a:avLst/>
            <a:gdLst/>
            <a:ahLst/>
            <a:cxnLst/>
            <a:rect l="l" t="t" r="r" b="b"/>
            <a:pathLst>
              <a:path w="5956513" h="5956513">
                <a:moveTo>
                  <a:pt x="0" y="0"/>
                </a:moveTo>
                <a:lnTo>
                  <a:pt x="5956513" y="0"/>
                </a:lnTo>
                <a:lnTo>
                  <a:pt x="5956513" y="5956513"/>
                </a:lnTo>
                <a:lnTo>
                  <a:pt x="0" y="5956513"/>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sp>
      <p:sp>
        <p:nvSpPr>
          <p:cNvPr id="21" name="Freeform 21"/>
          <p:cNvSpPr/>
          <p:nvPr/>
        </p:nvSpPr>
        <p:spPr>
          <a:xfrm>
            <a:off x="-3359890" y="7239384"/>
            <a:ext cx="5956513" cy="5956513"/>
          </a:xfrm>
          <a:custGeom>
            <a:avLst/>
            <a:gdLst/>
            <a:ahLst/>
            <a:cxnLst/>
            <a:rect l="l" t="t" r="r" b="b"/>
            <a:pathLst>
              <a:path w="5956513" h="5956513">
                <a:moveTo>
                  <a:pt x="0" y="0"/>
                </a:moveTo>
                <a:lnTo>
                  <a:pt x="5956513" y="0"/>
                </a:lnTo>
                <a:lnTo>
                  <a:pt x="5956513" y="5956513"/>
                </a:lnTo>
                <a:lnTo>
                  <a:pt x="0" y="5956513"/>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sp>
      <p:sp>
        <p:nvSpPr>
          <p:cNvPr id="22" name="TextBox 22"/>
          <p:cNvSpPr txBox="1"/>
          <p:nvPr/>
        </p:nvSpPr>
        <p:spPr>
          <a:xfrm>
            <a:off x="3491320" y="4489911"/>
            <a:ext cx="6345242" cy="984906"/>
          </a:xfrm>
          <a:prstGeom prst="rect">
            <a:avLst/>
          </a:prstGeom>
        </p:spPr>
        <p:txBody>
          <a:bodyPr lIns="0" tIns="0" rIns="0" bIns="0" rtlCol="0" anchor="t">
            <a:spAutoFit/>
          </a:bodyPr>
          <a:lstStyle/>
          <a:p>
            <a:pPr marL="0" lvl="0" indent="0" algn="l">
              <a:lnSpc>
                <a:spcPts val="2645"/>
              </a:lnSpc>
              <a:spcBef>
                <a:spcPct val="0"/>
              </a:spcBef>
            </a:pPr>
            <a:r>
              <a:rPr lang="en-US" sz="1915" u="none" strike="noStrike">
                <a:solidFill>
                  <a:srgbClr val="FFFFFF"/>
                </a:solidFill>
                <a:latin typeface="DM Sans"/>
                <a:ea typeface="DM Sans"/>
                <a:cs typeface="DM Sans"/>
                <a:sym typeface="DM Sans"/>
              </a:rPr>
              <a:t>Lorem ipsum dolor sit amet, consectetur adipiscing elit. Duis vulputate nulla at ante rhoncus, vel efficitur felis condimentum. Proin odio odio.</a:t>
            </a:r>
            <a:endParaRPr lang="en-US" sz="1915" u="none" strike="noStrike">
              <a:solidFill>
                <a:srgbClr val="FFFFFF"/>
              </a:solidFill>
              <a:latin typeface="DM Sans"/>
              <a:ea typeface="DM Sans"/>
              <a:cs typeface="DM Sans"/>
              <a:sym typeface="DM Sans"/>
            </a:endParaRPr>
          </a:p>
        </p:txBody>
      </p:sp>
      <p:sp>
        <p:nvSpPr>
          <p:cNvPr id="23" name="TextBox 23"/>
          <p:cNvSpPr txBox="1"/>
          <p:nvPr/>
        </p:nvSpPr>
        <p:spPr>
          <a:xfrm>
            <a:off x="3491320" y="5625126"/>
            <a:ext cx="6345242" cy="984906"/>
          </a:xfrm>
          <a:prstGeom prst="rect">
            <a:avLst/>
          </a:prstGeom>
        </p:spPr>
        <p:txBody>
          <a:bodyPr lIns="0" tIns="0" rIns="0" bIns="0" rtlCol="0" anchor="t">
            <a:spAutoFit/>
          </a:bodyPr>
          <a:lstStyle/>
          <a:p>
            <a:pPr marL="0" lvl="0" indent="0" algn="l">
              <a:lnSpc>
                <a:spcPts val="2645"/>
              </a:lnSpc>
              <a:spcBef>
                <a:spcPct val="0"/>
              </a:spcBef>
            </a:pPr>
            <a:r>
              <a:rPr lang="en-US" sz="1915" u="none" strike="noStrike">
                <a:solidFill>
                  <a:srgbClr val="FFFFFF"/>
                </a:solidFill>
                <a:latin typeface="DM Sans"/>
                <a:ea typeface="DM Sans"/>
                <a:cs typeface="DM Sans"/>
                <a:sym typeface="DM Sans"/>
              </a:rPr>
              <a:t>Lorem ipsum dolor sit amet, consectetur adipiscing elit. Duis vulputate nulla at ante rhoncus, vel efficitur felis condimentum. Proin odio odio.</a:t>
            </a:r>
            <a:endParaRPr lang="en-US" sz="1915" u="none" strike="noStrike">
              <a:solidFill>
                <a:srgbClr val="FFFFFF"/>
              </a:solidFill>
              <a:latin typeface="DM Sans"/>
              <a:ea typeface="DM Sans"/>
              <a:cs typeface="DM Sans"/>
              <a:sym typeface="DM Sans"/>
            </a:endParaRPr>
          </a:p>
        </p:txBody>
      </p:sp>
      <p:sp>
        <p:nvSpPr>
          <p:cNvPr id="24" name="TextBox 24"/>
          <p:cNvSpPr txBox="1"/>
          <p:nvPr/>
        </p:nvSpPr>
        <p:spPr>
          <a:xfrm>
            <a:off x="3491320" y="6762432"/>
            <a:ext cx="6345242" cy="984906"/>
          </a:xfrm>
          <a:prstGeom prst="rect">
            <a:avLst/>
          </a:prstGeom>
        </p:spPr>
        <p:txBody>
          <a:bodyPr lIns="0" tIns="0" rIns="0" bIns="0" rtlCol="0" anchor="t">
            <a:spAutoFit/>
          </a:bodyPr>
          <a:lstStyle/>
          <a:p>
            <a:pPr marL="0" lvl="0" indent="0" algn="l">
              <a:lnSpc>
                <a:spcPts val="2645"/>
              </a:lnSpc>
              <a:spcBef>
                <a:spcPct val="0"/>
              </a:spcBef>
            </a:pPr>
            <a:r>
              <a:rPr lang="en-US" sz="1915" u="none" strike="noStrike">
                <a:solidFill>
                  <a:srgbClr val="FFFFFF"/>
                </a:solidFill>
                <a:latin typeface="DM Sans"/>
                <a:ea typeface="DM Sans"/>
                <a:cs typeface="DM Sans"/>
                <a:sym typeface="DM Sans"/>
              </a:rPr>
              <a:t>Lorem ipsum dolor sit amet, consectetur adipiscing elit. Duis vulputate nulla at ante rhoncus, vel efficitur felis condimentum. Proin odio odio.</a:t>
            </a:r>
            <a:endParaRPr lang="en-US" sz="1915" u="none" strike="noStrike">
              <a:solidFill>
                <a:srgbClr val="FFFFFF"/>
              </a:solidFill>
              <a:latin typeface="DM Sans"/>
              <a:ea typeface="DM Sans"/>
              <a:cs typeface="DM Sans"/>
              <a:sym typeface="DM Sans"/>
            </a:endParaRPr>
          </a:p>
        </p:txBody>
      </p:sp>
      <p:sp>
        <p:nvSpPr>
          <p:cNvPr id="25" name="TextBox 25"/>
          <p:cNvSpPr txBox="1"/>
          <p:nvPr/>
        </p:nvSpPr>
        <p:spPr>
          <a:xfrm>
            <a:off x="3491320" y="7899738"/>
            <a:ext cx="6345242" cy="984906"/>
          </a:xfrm>
          <a:prstGeom prst="rect">
            <a:avLst/>
          </a:prstGeom>
        </p:spPr>
        <p:txBody>
          <a:bodyPr lIns="0" tIns="0" rIns="0" bIns="0" rtlCol="0" anchor="t">
            <a:spAutoFit/>
          </a:bodyPr>
          <a:lstStyle/>
          <a:p>
            <a:pPr marL="0" lvl="0" indent="0" algn="l">
              <a:lnSpc>
                <a:spcPts val="2645"/>
              </a:lnSpc>
              <a:spcBef>
                <a:spcPct val="0"/>
              </a:spcBef>
            </a:pPr>
            <a:r>
              <a:rPr lang="en-US" sz="1915" u="none" strike="noStrike">
                <a:solidFill>
                  <a:srgbClr val="FFFFFF"/>
                </a:solidFill>
                <a:latin typeface="DM Sans"/>
                <a:ea typeface="DM Sans"/>
                <a:cs typeface="DM Sans"/>
                <a:sym typeface="DM Sans"/>
              </a:rPr>
              <a:t>Lorem ipsum dolor sit amet, consectetur adipiscing elit. Duis vulputate nulla at ante rhoncus, vel efficitur felis condimentum. Proin odio odio.</a:t>
            </a:r>
            <a:endParaRPr lang="en-US" sz="1915" u="none" strike="noStrike">
              <a:solidFill>
                <a:srgbClr val="FFFFFF"/>
              </a:solidFill>
              <a:latin typeface="DM Sans"/>
              <a:ea typeface="DM Sans"/>
              <a:cs typeface="DM Sans"/>
              <a:sym typeface="DM Sans"/>
            </a:endParaRPr>
          </a:p>
        </p:txBody>
      </p:sp>
      <p:sp>
        <p:nvSpPr>
          <p:cNvPr id="26" name="AutoShape 26"/>
          <p:cNvSpPr/>
          <p:nvPr/>
        </p:nvSpPr>
        <p:spPr>
          <a:xfrm flipH="1" flipV="1">
            <a:off x="2750911" y="5498629"/>
            <a:ext cx="586120" cy="0"/>
          </a:xfrm>
          <a:prstGeom prst="line">
            <a:avLst/>
          </a:prstGeom>
          <a:ln w="47625" cap="flat">
            <a:solidFill>
              <a:srgbClr val="4BD1FB"/>
            </a:solidFill>
            <a:prstDash val="solid"/>
            <a:headEnd type="none" w="sm" len="sm"/>
            <a:tailEnd type="none" w="sm" len="sm"/>
          </a:ln>
        </p:spPr>
      </p:sp>
      <p:sp>
        <p:nvSpPr>
          <p:cNvPr id="27" name="AutoShape 27"/>
          <p:cNvSpPr/>
          <p:nvPr/>
        </p:nvSpPr>
        <p:spPr>
          <a:xfrm flipH="1" flipV="1">
            <a:off x="2687955" y="6633844"/>
            <a:ext cx="586120" cy="0"/>
          </a:xfrm>
          <a:prstGeom prst="line">
            <a:avLst/>
          </a:prstGeom>
          <a:ln w="47625" cap="flat">
            <a:solidFill>
              <a:srgbClr val="4BD1FB"/>
            </a:solidFill>
            <a:prstDash val="solid"/>
            <a:headEnd type="none" w="sm" len="sm"/>
            <a:tailEnd type="none" w="sm" len="sm"/>
          </a:ln>
        </p:spPr>
      </p:sp>
      <p:sp>
        <p:nvSpPr>
          <p:cNvPr id="28" name="AutoShape 28"/>
          <p:cNvSpPr/>
          <p:nvPr/>
        </p:nvSpPr>
        <p:spPr>
          <a:xfrm flipH="1" flipV="1">
            <a:off x="2687955" y="7771150"/>
            <a:ext cx="586120" cy="0"/>
          </a:xfrm>
          <a:prstGeom prst="line">
            <a:avLst/>
          </a:prstGeom>
          <a:ln w="47625" cap="flat">
            <a:solidFill>
              <a:srgbClr val="4BD1FB"/>
            </a:solidFill>
            <a:prstDash val="solid"/>
            <a:headEnd type="none" w="sm" len="sm"/>
            <a:tailEnd type="none" w="sm" len="sm"/>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45DA0"/>
        </a:solidFill>
        <a:effectLst/>
      </p:bgPr>
    </p:bg>
    <p:spTree>
      <p:nvGrpSpPr>
        <p:cNvPr id="1" name=""/>
        <p:cNvGrpSpPr/>
        <p:nvPr/>
      </p:nvGrpSpPr>
      <p:grpSpPr>
        <a:xfrm>
          <a:off x="0" y="0"/>
          <a:ext cx="0" cy="0"/>
          <a:chOff x="0" y="0"/>
          <a:chExt cx="0" cy="0"/>
        </a:xfrm>
      </p:grpSpPr>
      <p:sp>
        <p:nvSpPr>
          <p:cNvPr id="2" name="Freeform 2"/>
          <p:cNvSpPr/>
          <p:nvPr/>
        </p:nvSpPr>
        <p:spPr>
          <a:xfrm>
            <a:off x="0" y="0"/>
            <a:ext cx="18288000" cy="3860032"/>
          </a:xfrm>
          <a:custGeom>
            <a:avLst/>
            <a:gdLst/>
            <a:ahLst/>
            <a:cxnLst/>
            <a:rect l="l" t="t" r="r" b="b"/>
            <a:pathLst>
              <a:path w="18288000" h="3860032">
                <a:moveTo>
                  <a:pt x="0" y="0"/>
                </a:moveTo>
                <a:lnTo>
                  <a:pt x="18288000" y="0"/>
                </a:lnTo>
                <a:lnTo>
                  <a:pt x="18288000" y="3860032"/>
                </a:lnTo>
                <a:lnTo>
                  <a:pt x="0" y="3860032"/>
                </a:lnTo>
                <a:lnTo>
                  <a:pt x="0" y="0"/>
                </a:lnTo>
                <a:close/>
              </a:path>
            </a:pathLst>
          </a:custGeom>
          <a:blipFill>
            <a:blip r:embed="rId1"/>
            <a:stretch>
              <a:fillRect t="-107827" b="-107827"/>
            </a:stretch>
          </a:blipFill>
        </p:spPr>
      </p:sp>
      <p:grpSp>
        <p:nvGrpSpPr>
          <p:cNvPr id="3" name="Group 3"/>
          <p:cNvGrpSpPr/>
          <p:nvPr/>
        </p:nvGrpSpPr>
        <p:grpSpPr>
          <a:xfrm rot="0">
            <a:off x="4458366" y="0"/>
            <a:ext cx="9658350" cy="10287000"/>
            <a:chOff x="0" y="0"/>
            <a:chExt cx="2543763" cy="2709333"/>
          </a:xfrm>
        </p:grpSpPr>
        <p:sp>
          <p:nvSpPr>
            <p:cNvPr id="4" name="Freeform 4"/>
            <p:cNvSpPr/>
            <p:nvPr/>
          </p:nvSpPr>
          <p:spPr>
            <a:xfrm>
              <a:off x="0" y="0"/>
              <a:ext cx="2543763" cy="2709333"/>
            </a:xfrm>
            <a:custGeom>
              <a:avLst/>
              <a:gdLst/>
              <a:ahLst/>
              <a:cxnLst/>
              <a:rect l="l" t="t" r="r" b="b"/>
              <a:pathLst>
                <a:path w="2543763" h="2709333">
                  <a:moveTo>
                    <a:pt x="0" y="0"/>
                  </a:moveTo>
                  <a:lnTo>
                    <a:pt x="2543763" y="0"/>
                  </a:lnTo>
                  <a:lnTo>
                    <a:pt x="2543763" y="2709333"/>
                  </a:lnTo>
                  <a:lnTo>
                    <a:pt x="0" y="2709333"/>
                  </a:lnTo>
                  <a:close/>
                </a:path>
              </a:pathLst>
            </a:custGeom>
            <a:solidFill>
              <a:srgbClr val="051D40">
                <a:alpha val="74902"/>
              </a:srgbClr>
            </a:solidFill>
          </p:spPr>
        </p:sp>
        <p:sp>
          <p:nvSpPr>
            <p:cNvPr id="5" name="TextBox 5"/>
            <p:cNvSpPr txBox="1"/>
            <p:nvPr/>
          </p:nvSpPr>
          <p:spPr>
            <a:xfrm>
              <a:off x="0" y="-38100"/>
              <a:ext cx="2543763" cy="2747433"/>
            </a:xfrm>
            <a:prstGeom prst="rect">
              <a:avLst/>
            </a:prstGeom>
          </p:spPr>
          <p:txBody>
            <a:bodyPr lIns="50800" tIns="50800" rIns="50800" bIns="50800" rtlCol="0" anchor="ctr"/>
            <a:lstStyle/>
            <a:p>
              <a:pPr algn="ctr">
                <a:lnSpc>
                  <a:spcPts val="2605"/>
                </a:lnSpc>
              </a:pPr>
            </a:p>
          </p:txBody>
        </p:sp>
      </p:grpSp>
      <p:sp>
        <p:nvSpPr>
          <p:cNvPr id="6" name="TextBox 6"/>
          <p:cNvSpPr txBox="1"/>
          <p:nvPr/>
        </p:nvSpPr>
        <p:spPr>
          <a:xfrm>
            <a:off x="5021151" y="2382125"/>
            <a:ext cx="8245699" cy="704850"/>
          </a:xfrm>
          <a:prstGeom prst="rect">
            <a:avLst/>
          </a:prstGeom>
        </p:spPr>
        <p:txBody>
          <a:bodyPr lIns="0" tIns="0" rIns="0" bIns="0" rtlCol="0" anchor="t">
            <a:spAutoFit/>
          </a:bodyPr>
          <a:lstStyle/>
          <a:p>
            <a:pPr marL="0" lvl="0" indent="0" algn="ctr">
              <a:lnSpc>
                <a:spcPts val="5685"/>
              </a:lnSpc>
              <a:spcBef>
                <a:spcPct val="0"/>
              </a:spcBef>
            </a:pPr>
            <a:r>
              <a:rPr lang="en-US" sz="4740" b="1">
                <a:solidFill>
                  <a:srgbClr val="FFFFFF"/>
                </a:solidFill>
                <a:latin typeface="Now Bold" panose="00000800000000000000"/>
                <a:ea typeface="Now Bold" panose="00000800000000000000"/>
                <a:cs typeface="Now Bold" panose="00000800000000000000"/>
                <a:sym typeface="Now Bold" panose="00000800000000000000"/>
              </a:rPr>
              <a:t>GOALS AND OBJECTIVES</a:t>
            </a:r>
            <a:endParaRPr lang="en-US" sz="4740" b="1">
              <a:solidFill>
                <a:srgbClr val="FFFFFF"/>
              </a:solidFill>
              <a:latin typeface="Now Bold" panose="00000800000000000000"/>
              <a:ea typeface="Now Bold" panose="00000800000000000000"/>
              <a:cs typeface="Now Bold" panose="00000800000000000000"/>
              <a:sym typeface="Now Bold" panose="00000800000000000000"/>
            </a:endParaRPr>
          </a:p>
        </p:txBody>
      </p:sp>
      <p:sp>
        <p:nvSpPr>
          <p:cNvPr id="7" name="TextBox 7"/>
          <p:cNvSpPr txBox="1"/>
          <p:nvPr/>
        </p:nvSpPr>
        <p:spPr>
          <a:xfrm>
            <a:off x="7015834" y="4216569"/>
            <a:ext cx="4256332" cy="628474"/>
          </a:xfrm>
          <a:prstGeom prst="rect">
            <a:avLst/>
          </a:prstGeom>
        </p:spPr>
        <p:txBody>
          <a:bodyPr lIns="0" tIns="0" rIns="0" bIns="0" rtlCol="0" anchor="t">
            <a:spAutoFit/>
          </a:bodyPr>
          <a:lstStyle/>
          <a:p>
            <a:pPr marL="0" lvl="0" indent="0" algn="ctr">
              <a:lnSpc>
                <a:spcPts val="5185"/>
              </a:lnSpc>
              <a:spcBef>
                <a:spcPct val="0"/>
              </a:spcBef>
            </a:pPr>
            <a:r>
              <a:rPr lang="en-US" sz="3755" b="1">
                <a:solidFill>
                  <a:srgbClr val="4BD1FB"/>
                </a:solidFill>
                <a:latin typeface="DM Sans Bold"/>
                <a:ea typeface="DM Sans Bold"/>
                <a:cs typeface="DM Sans Bold"/>
                <a:sym typeface="DM Sans Bold"/>
              </a:rPr>
              <a:t>Growth</a:t>
            </a:r>
            <a:endParaRPr lang="en-US" sz="3755" b="1">
              <a:solidFill>
                <a:srgbClr val="4BD1FB"/>
              </a:solidFill>
              <a:latin typeface="DM Sans Bold"/>
              <a:ea typeface="DM Sans Bold"/>
              <a:cs typeface="DM Sans Bold"/>
              <a:sym typeface="DM Sans Bold"/>
            </a:endParaRPr>
          </a:p>
        </p:txBody>
      </p:sp>
      <p:sp>
        <p:nvSpPr>
          <p:cNvPr id="8" name="AutoShape 8"/>
          <p:cNvSpPr/>
          <p:nvPr/>
        </p:nvSpPr>
        <p:spPr>
          <a:xfrm>
            <a:off x="5021151" y="6585401"/>
            <a:ext cx="8735422" cy="0"/>
          </a:xfrm>
          <a:prstGeom prst="line">
            <a:avLst/>
          </a:prstGeom>
          <a:ln w="47625" cap="flat">
            <a:solidFill>
              <a:srgbClr val="145DA0"/>
            </a:solidFill>
            <a:prstDash val="solid"/>
            <a:headEnd type="none" w="sm" len="sm"/>
            <a:tailEnd type="none" w="sm" len="sm"/>
          </a:ln>
        </p:spPr>
      </p:sp>
      <p:sp>
        <p:nvSpPr>
          <p:cNvPr id="9" name="TextBox 9"/>
          <p:cNvSpPr txBox="1"/>
          <p:nvPr/>
        </p:nvSpPr>
        <p:spPr>
          <a:xfrm>
            <a:off x="5692690" y="5095875"/>
            <a:ext cx="6902620" cy="1159349"/>
          </a:xfrm>
          <a:prstGeom prst="rect">
            <a:avLst/>
          </a:prstGeom>
        </p:spPr>
        <p:txBody>
          <a:bodyPr lIns="0" tIns="0" rIns="0" bIns="0" rtlCol="0" anchor="t">
            <a:spAutoFit/>
          </a:bodyPr>
          <a:lstStyle/>
          <a:p>
            <a:pPr marL="0" lvl="0" indent="0" algn="ctr">
              <a:lnSpc>
                <a:spcPts val="3055"/>
              </a:lnSpc>
              <a:spcBef>
                <a:spcPct val="0"/>
              </a:spcBef>
            </a:pPr>
            <a:r>
              <a:rPr lang="en-US" sz="2215" u="none" strike="noStrike">
                <a:solidFill>
                  <a:srgbClr val="FFFFFF"/>
                </a:solidFill>
                <a:latin typeface="DM Sans"/>
                <a:ea typeface="DM Sans"/>
                <a:cs typeface="DM Sans"/>
                <a:sym typeface="DM Sans"/>
              </a:rPr>
              <a:t>Lorem ipsum dolor sit amet, consectetur adipiscing elit. Duis vulputate nulla at ante rhoncus, vel efficitur felis condimentum. Proin odio odio.</a:t>
            </a:r>
            <a:endParaRPr lang="en-US" sz="2215" u="none" strike="noStrike">
              <a:solidFill>
                <a:srgbClr val="FFFFFF"/>
              </a:solidFill>
              <a:latin typeface="DM Sans"/>
              <a:ea typeface="DM Sans"/>
              <a:cs typeface="DM Sans"/>
              <a:sym typeface="DM Sans"/>
            </a:endParaRPr>
          </a:p>
        </p:txBody>
      </p:sp>
      <p:sp>
        <p:nvSpPr>
          <p:cNvPr id="10" name="TextBox 10"/>
          <p:cNvSpPr txBox="1"/>
          <p:nvPr/>
        </p:nvSpPr>
        <p:spPr>
          <a:xfrm>
            <a:off x="5718405" y="6761614"/>
            <a:ext cx="7138272" cy="628474"/>
          </a:xfrm>
          <a:prstGeom prst="rect">
            <a:avLst/>
          </a:prstGeom>
        </p:spPr>
        <p:txBody>
          <a:bodyPr lIns="0" tIns="0" rIns="0" bIns="0" rtlCol="0" anchor="t">
            <a:spAutoFit/>
          </a:bodyPr>
          <a:lstStyle/>
          <a:p>
            <a:pPr marL="0" lvl="0" indent="0" algn="ctr">
              <a:lnSpc>
                <a:spcPts val="5185"/>
              </a:lnSpc>
              <a:spcBef>
                <a:spcPct val="0"/>
              </a:spcBef>
            </a:pPr>
            <a:r>
              <a:rPr lang="en-US" sz="3755" b="1">
                <a:solidFill>
                  <a:srgbClr val="4BD1FB"/>
                </a:solidFill>
                <a:latin typeface="DM Sans Bold"/>
                <a:ea typeface="DM Sans Bold"/>
                <a:cs typeface="DM Sans Bold"/>
                <a:sym typeface="DM Sans Bold"/>
              </a:rPr>
              <a:t>Customer Satisfaction</a:t>
            </a:r>
            <a:endParaRPr lang="en-US" sz="3755" b="1">
              <a:solidFill>
                <a:srgbClr val="4BD1FB"/>
              </a:solidFill>
              <a:latin typeface="DM Sans Bold"/>
              <a:ea typeface="DM Sans Bold"/>
              <a:cs typeface="DM Sans Bold"/>
              <a:sym typeface="DM Sans Bold"/>
            </a:endParaRPr>
          </a:p>
        </p:txBody>
      </p:sp>
      <p:sp>
        <p:nvSpPr>
          <p:cNvPr id="11" name="AutoShape 11"/>
          <p:cNvSpPr/>
          <p:nvPr/>
        </p:nvSpPr>
        <p:spPr>
          <a:xfrm>
            <a:off x="5021151" y="9130445"/>
            <a:ext cx="8735422" cy="0"/>
          </a:xfrm>
          <a:prstGeom prst="line">
            <a:avLst/>
          </a:prstGeom>
          <a:ln w="47625" cap="flat">
            <a:solidFill>
              <a:srgbClr val="145DA0"/>
            </a:solidFill>
            <a:prstDash val="solid"/>
            <a:headEnd type="none" w="sm" len="sm"/>
            <a:tailEnd type="none" w="sm" len="sm"/>
          </a:ln>
        </p:spPr>
      </p:sp>
      <p:sp>
        <p:nvSpPr>
          <p:cNvPr id="12" name="TextBox 12"/>
          <p:cNvSpPr txBox="1"/>
          <p:nvPr/>
        </p:nvSpPr>
        <p:spPr>
          <a:xfrm>
            <a:off x="5692690" y="7640919"/>
            <a:ext cx="6902620" cy="1159349"/>
          </a:xfrm>
          <a:prstGeom prst="rect">
            <a:avLst/>
          </a:prstGeom>
        </p:spPr>
        <p:txBody>
          <a:bodyPr lIns="0" tIns="0" rIns="0" bIns="0" rtlCol="0" anchor="t">
            <a:spAutoFit/>
          </a:bodyPr>
          <a:lstStyle/>
          <a:p>
            <a:pPr marL="0" lvl="0" indent="0" algn="ctr">
              <a:lnSpc>
                <a:spcPts val="3055"/>
              </a:lnSpc>
              <a:spcBef>
                <a:spcPct val="0"/>
              </a:spcBef>
            </a:pPr>
            <a:r>
              <a:rPr lang="en-US" sz="2215" u="none" strike="noStrike">
                <a:solidFill>
                  <a:srgbClr val="FFFFFF"/>
                </a:solidFill>
                <a:latin typeface="DM Sans"/>
                <a:ea typeface="DM Sans"/>
                <a:cs typeface="DM Sans"/>
                <a:sym typeface="DM Sans"/>
              </a:rPr>
              <a:t>Lorem ipsum dolor sit amet, consectetur adipiscing elit. Duis vulputate nulla at ante rhoncus, vel efficitur felis condimentum. Proin odio odio.</a:t>
            </a:r>
            <a:endParaRPr lang="en-US" sz="2215" u="none" strike="noStrike">
              <a:solidFill>
                <a:srgbClr val="FFFFFF"/>
              </a:solidFill>
              <a:latin typeface="DM Sans"/>
              <a:ea typeface="DM Sans"/>
              <a:cs typeface="DM Sans"/>
              <a:sym typeface="DM Sans"/>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p:cNvGrpSpPr/>
        <p:nvPr/>
      </p:nvGrpSpPr>
      <p:grpSpPr>
        <a:xfrm>
          <a:off x="0" y="0"/>
          <a:ext cx="0" cy="0"/>
          <a:chOff x="0" y="0"/>
          <a:chExt cx="0" cy="0"/>
        </a:xfrm>
      </p:grpSpPr>
      <p:grpSp>
        <p:nvGrpSpPr>
          <p:cNvPr id="2" name="Group 2"/>
          <p:cNvGrpSpPr>
            <a:grpSpLocks noChangeAspect="1"/>
          </p:cNvGrpSpPr>
          <p:nvPr/>
        </p:nvGrpSpPr>
        <p:grpSpPr>
          <a:xfrm rot="0">
            <a:off x="-6286157" y="0"/>
            <a:ext cx="15430157" cy="10545890"/>
            <a:chOff x="0" y="0"/>
            <a:chExt cx="5508856" cy="3765081"/>
          </a:xfrm>
        </p:grpSpPr>
        <p:sp>
          <p:nvSpPr>
            <p:cNvPr id="3" name="Freeform 3"/>
            <p:cNvSpPr/>
            <p:nvPr/>
          </p:nvSpPr>
          <p:spPr>
            <a:xfrm>
              <a:off x="0" y="0"/>
              <a:ext cx="5508856" cy="3765081"/>
            </a:xfrm>
            <a:custGeom>
              <a:avLst/>
              <a:gdLst/>
              <a:ahLst/>
              <a:cxnLst/>
              <a:rect l="l" t="t" r="r" b="b"/>
              <a:pathLst>
                <a:path w="5508856" h="3765081">
                  <a:moveTo>
                    <a:pt x="0" y="0"/>
                  </a:moveTo>
                  <a:lnTo>
                    <a:pt x="3335085" y="0"/>
                  </a:lnTo>
                  <a:lnTo>
                    <a:pt x="5508856" y="3765081"/>
                  </a:lnTo>
                  <a:lnTo>
                    <a:pt x="2173770" y="3765081"/>
                  </a:lnTo>
                  <a:lnTo>
                    <a:pt x="0" y="0"/>
                  </a:lnTo>
                  <a:close/>
                </a:path>
              </a:pathLst>
            </a:custGeom>
            <a:solidFill>
              <a:srgbClr val="F1945B"/>
            </a:solidFill>
          </p:spPr>
        </p:sp>
        <p:sp>
          <p:nvSpPr>
            <p:cNvPr id="4" name="Freeform 4"/>
            <p:cNvSpPr/>
            <p:nvPr/>
          </p:nvSpPr>
          <p:spPr>
            <a:xfrm>
              <a:off x="0" y="0"/>
              <a:ext cx="5508856" cy="3765081"/>
            </a:xfrm>
            <a:custGeom>
              <a:avLst/>
              <a:gdLst/>
              <a:ahLst/>
              <a:cxnLst/>
              <a:rect l="l" t="t" r="r" b="b"/>
              <a:pathLst>
                <a:path w="5508856" h="3765081">
                  <a:moveTo>
                    <a:pt x="0" y="0"/>
                  </a:moveTo>
                  <a:lnTo>
                    <a:pt x="3335085" y="0"/>
                  </a:lnTo>
                  <a:lnTo>
                    <a:pt x="5508856" y="3765081"/>
                  </a:lnTo>
                  <a:lnTo>
                    <a:pt x="2173770" y="3765081"/>
                  </a:lnTo>
                  <a:lnTo>
                    <a:pt x="0" y="0"/>
                  </a:lnTo>
                  <a:close/>
                </a:path>
              </a:pathLst>
            </a:custGeom>
            <a:blipFill>
              <a:blip r:embed="rId1"/>
              <a:stretch>
                <a:fillRect l="-1259" r="-1259"/>
              </a:stretch>
            </a:blipFill>
          </p:spPr>
        </p:sp>
      </p:grpSp>
      <p:sp>
        <p:nvSpPr>
          <p:cNvPr id="5" name="TextBox 5"/>
          <p:cNvSpPr txBox="1"/>
          <p:nvPr/>
        </p:nvSpPr>
        <p:spPr>
          <a:xfrm>
            <a:off x="5944113" y="4051481"/>
            <a:ext cx="8457192" cy="990361"/>
          </a:xfrm>
          <a:prstGeom prst="rect">
            <a:avLst/>
          </a:prstGeom>
        </p:spPr>
        <p:txBody>
          <a:bodyPr lIns="0" tIns="0" rIns="0" bIns="0" rtlCol="0" anchor="t">
            <a:spAutoFit/>
          </a:bodyPr>
          <a:lstStyle/>
          <a:p>
            <a:pPr marL="0" lvl="0" indent="0" algn="ctr">
              <a:lnSpc>
                <a:spcPts val="7885"/>
              </a:lnSpc>
              <a:spcBef>
                <a:spcPct val="0"/>
              </a:spcBef>
            </a:pPr>
            <a:r>
              <a:rPr lang="en-US" sz="6570" b="1">
                <a:solidFill>
                  <a:srgbClr val="FFFFFF"/>
                </a:solidFill>
                <a:latin typeface="Now Bold" panose="00000800000000000000"/>
                <a:ea typeface="Now Bold" panose="00000800000000000000"/>
                <a:cs typeface="Now Bold" panose="00000800000000000000"/>
                <a:sym typeface="Now Bold" panose="00000800000000000000"/>
              </a:rPr>
              <a:t>TIMELINE</a:t>
            </a:r>
            <a:r>
              <a:rPr lang="en-US" sz="6570" b="1">
                <a:solidFill>
                  <a:srgbClr val="FFFFFF"/>
                </a:solidFill>
                <a:latin typeface="Now Bold" panose="00000800000000000000"/>
                <a:ea typeface="Now Bold" panose="00000800000000000000"/>
                <a:cs typeface="Now Bold" panose="00000800000000000000"/>
                <a:sym typeface="Now Bold" panose="00000800000000000000"/>
              </a:rPr>
              <a:t> </a:t>
            </a:r>
            <a:endParaRPr lang="en-US" sz="6570" b="1">
              <a:solidFill>
                <a:srgbClr val="FFFFFF"/>
              </a:solidFill>
              <a:latin typeface="Now Bold" panose="00000800000000000000"/>
              <a:ea typeface="Now Bold" panose="00000800000000000000"/>
              <a:cs typeface="Now Bold" panose="00000800000000000000"/>
              <a:sym typeface="Now Bold" panose="00000800000000000000"/>
            </a:endParaRPr>
          </a:p>
        </p:txBody>
      </p:sp>
      <p:sp>
        <p:nvSpPr>
          <p:cNvPr id="6" name="TextBox 6"/>
          <p:cNvSpPr txBox="1"/>
          <p:nvPr/>
        </p:nvSpPr>
        <p:spPr>
          <a:xfrm>
            <a:off x="6901587" y="5174987"/>
            <a:ext cx="6542245" cy="902036"/>
          </a:xfrm>
          <a:prstGeom prst="rect">
            <a:avLst/>
          </a:prstGeom>
        </p:spPr>
        <p:txBody>
          <a:bodyPr lIns="0" tIns="0" rIns="0" bIns="0" rtlCol="0" anchor="t">
            <a:spAutoFit/>
          </a:bodyPr>
          <a:lstStyle/>
          <a:p>
            <a:pPr algn="ctr">
              <a:lnSpc>
                <a:spcPts val="2470"/>
              </a:lnSpc>
            </a:pPr>
            <a:r>
              <a:rPr lang="en-US" sz="1790" spc="175">
                <a:solidFill>
                  <a:srgbClr val="F5FFF5"/>
                </a:solidFill>
                <a:latin typeface="DM Sans"/>
                <a:ea typeface="DM Sans"/>
                <a:cs typeface="DM Sans"/>
                <a:sym typeface="DM Sans"/>
              </a:rPr>
              <a:t>Lorem ipsum dolor sit amet, consectetur adipiscing elit. Duis vulputate nulla at ante rhoncus, vel efficitur felis condimentum. Proin odio odio.</a:t>
            </a:r>
            <a:endParaRPr lang="en-US" sz="1790" spc="175">
              <a:solidFill>
                <a:srgbClr val="F5FFF5"/>
              </a:solidFill>
              <a:latin typeface="DM Sans"/>
              <a:ea typeface="DM Sans"/>
              <a:cs typeface="DM Sans"/>
              <a:sym typeface="DM Sans"/>
            </a:endParaRPr>
          </a:p>
        </p:txBody>
      </p:sp>
      <p:sp>
        <p:nvSpPr>
          <p:cNvPr id="7" name="Freeform 7"/>
          <p:cNvSpPr/>
          <p:nvPr/>
        </p:nvSpPr>
        <p:spPr>
          <a:xfrm>
            <a:off x="-2622339" y="7919689"/>
            <a:ext cx="6452848" cy="5596379"/>
          </a:xfrm>
          <a:custGeom>
            <a:avLst/>
            <a:gdLst/>
            <a:ahLst/>
            <a:cxnLst/>
            <a:rect l="l" t="t" r="r" b="b"/>
            <a:pathLst>
              <a:path w="6452848" h="5596379">
                <a:moveTo>
                  <a:pt x="0" y="0"/>
                </a:moveTo>
                <a:lnTo>
                  <a:pt x="6452849" y="0"/>
                </a:lnTo>
                <a:lnTo>
                  <a:pt x="6452849" y="5596379"/>
                </a:lnTo>
                <a:lnTo>
                  <a:pt x="0" y="5596379"/>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8" name="Freeform 8"/>
          <p:cNvSpPr/>
          <p:nvPr/>
        </p:nvSpPr>
        <p:spPr>
          <a:xfrm rot="-10800000">
            <a:off x="13367400" y="-2798190"/>
            <a:ext cx="6452848" cy="5596379"/>
          </a:xfrm>
          <a:custGeom>
            <a:avLst/>
            <a:gdLst/>
            <a:ahLst/>
            <a:cxnLst/>
            <a:rect l="l" t="t" r="r" b="b"/>
            <a:pathLst>
              <a:path w="6452848" h="5596379">
                <a:moveTo>
                  <a:pt x="0" y="0"/>
                </a:moveTo>
                <a:lnTo>
                  <a:pt x="6452849" y="0"/>
                </a:lnTo>
                <a:lnTo>
                  <a:pt x="6452849" y="5596380"/>
                </a:lnTo>
                <a:lnTo>
                  <a:pt x="0" y="559638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9" name="Freeform 9"/>
          <p:cNvSpPr/>
          <p:nvPr/>
        </p:nvSpPr>
        <p:spPr>
          <a:xfrm>
            <a:off x="9732888" y="2425000"/>
            <a:ext cx="879643" cy="1273167"/>
          </a:xfrm>
          <a:custGeom>
            <a:avLst/>
            <a:gdLst/>
            <a:ahLst/>
            <a:cxnLst/>
            <a:rect l="l" t="t" r="r" b="b"/>
            <a:pathLst>
              <a:path w="879643" h="1273167">
                <a:moveTo>
                  <a:pt x="0" y="0"/>
                </a:moveTo>
                <a:lnTo>
                  <a:pt x="879643" y="0"/>
                </a:lnTo>
                <a:lnTo>
                  <a:pt x="879643" y="1273168"/>
                </a:lnTo>
                <a:lnTo>
                  <a:pt x="0" y="1273168"/>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p:cNvGrpSpPr/>
        <p:nvPr/>
      </p:nvGrpSpPr>
      <p:grpSpPr>
        <a:xfrm>
          <a:off x="0" y="0"/>
          <a:ext cx="0" cy="0"/>
          <a:chOff x="0" y="0"/>
          <a:chExt cx="0" cy="0"/>
        </a:xfrm>
      </p:grpSpPr>
      <p:grpSp>
        <p:nvGrpSpPr>
          <p:cNvPr id="2" name="Group 2"/>
          <p:cNvGrpSpPr/>
          <p:nvPr/>
        </p:nvGrpSpPr>
        <p:grpSpPr>
          <a:xfrm rot="0">
            <a:off x="7060209" y="2183769"/>
            <a:ext cx="4161751" cy="1184729"/>
            <a:chOff x="0" y="0"/>
            <a:chExt cx="2565722" cy="730386"/>
          </a:xfrm>
        </p:grpSpPr>
        <p:sp>
          <p:nvSpPr>
            <p:cNvPr id="3" name="Freeform 3"/>
            <p:cNvSpPr/>
            <p:nvPr/>
          </p:nvSpPr>
          <p:spPr>
            <a:xfrm>
              <a:off x="0" y="0"/>
              <a:ext cx="2565722" cy="730386"/>
            </a:xfrm>
            <a:custGeom>
              <a:avLst/>
              <a:gdLst/>
              <a:ahLst/>
              <a:cxnLst/>
              <a:rect l="l" t="t" r="r" b="b"/>
              <a:pathLst>
                <a:path w="2565722" h="730386">
                  <a:moveTo>
                    <a:pt x="0" y="0"/>
                  </a:moveTo>
                  <a:lnTo>
                    <a:pt x="2362522" y="0"/>
                  </a:lnTo>
                  <a:lnTo>
                    <a:pt x="2565722" y="365193"/>
                  </a:lnTo>
                  <a:lnTo>
                    <a:pt x="2362522" y="730386"/>
                  </a:lnTo>
                  <a:lnTo>
                    <a:pt x="0" y="730386"/>
                  </a:lnTo>
                  <a:lnTo>
                    <a:pt x="203200" y="365193"/>
                  </a:lnTo>
                  <a:lnTo>
                    <a:pt x="0" y="0"/>
                  </a:lnTo>
                  <a:close/>
                </a:path>
              </a:pathLst>
            </a:custGeom>
            <a:solidFill>
              <a:srgbClr val="145DA0"/>
            </a:solidFill>
          </p:spPr>
        </p:sp>
        <p:sp>
          <p:nvSpPr>
            <p:cNvPr id="4" name="TextBox 4"/>
            <p:cNvSpPr txBox="1"/>
            <p:nvPr/>
          </p:nvSpPr>
          <p:spPr>
            <a:xfrm>
              <a:off x="177800" y="-38100"/>
              <a:ext cx="2311722" cy="768486"/>
            </a:xfrm>
            <a:prstGeom prst="rect">
              <a:avLst/>
            </a:prstGeom>
          </p:spPr>
          <p:txBody>
            <a:bodyPr lIns="50800" tIns="50800" rIns="50800" bIns="50800" rtlCol="0" anchor="ctr"/>
            <a:lstStyle/>
            <a:p>
              <a:pPr algn="ctr">
                <a:lnSpc>
                  <a:spcPts val="2605"/>
                </a:lnSpc>
              </a:pPr>
            </a:p>
          </p:txBody>
        </p:sp>
      </p:grpSp>
      <p:grpSp>
        <p:nvGrpSpPr>
          <p:cNvPr id="5" name="Group 5"/>
          <p:cNvGrpSpPr/>
          <p:nvPr/>
        </p:nvGrpSpPr>
        <p:grpSpPr>
          <a:xfrm rot="-10800000">
            <a:off x="6093797" y="3368497"/>
            <a:ext cx="4161751" cy="1184729"/>
            <a:chOff x="0" y="0"/>
            <a:chExt cx="2565722" cy="730386"/>
          </a:xfrm>
        </p:grpSpPr>
        <p:sp>
          <p:nvSpPr>
            <p:cNvPr id="6" name="Freeform 6"/>
            <p:cNvSpPr/>
            <p:nvPr/>
          </p:nvSpPr>
          <p:spPr>
            <a:xfrm>
              <a:off x="0" y="0"/>
              <a:ext cx="2565722" cy="730386"/>
            </a:xfrm>
            <a:custGeom>
              <a:avLst/>
              <a:gdLst/>
              <a:ahLst/>
              <a:cxnLst/>
              <a:rect l="l" t="t" r="r" b="b"/>
              <a:pathLst>
                <a:path w="2565722" h="730386">
                  <a:moveTo>
                    <a:pt x="0" y="0"/>
                  </a:moveTo>
                  <a:lnTo>
                    <a:pt x="2362522" y="0"/>
                  </a:lnTo>
                  <a:lnTo>
                    <a:pt x="2565722" y="365193"/>
                  </a:lnTo>
                  <a:lnTo>
                    <a:pt x="2362522" y="730386"/>
                  </a:lnTo>
                  <a:lnTo>
                    <a:pt x="0" y="730386"/>
                  </a:lnTo>
                  <a:lnTo>
                    <a:pt x="203200" y="365193"/>
                  </a:lnTo>
                  <a:lnTo>
                    <a:pt x="0" y="0"/>
                  </a:lnTo>
                  <a:close/>
                </a:path>
              </a:pathLst>
            </a:custGeom>
            <a:solidFill>
              <a:srgbClr val="0071C9"/>
            </a:solidFill>
          </p:spPr>
        </p:sp>
        <p:sp>
          <p:nvSpPr>
            <p:cNvPr id="7" name="TextBox 7"/>
            <p:cNvSpPr txBox="1"/>
            <p:nvPr/>
          </p:nvSpPr>
          <p:spPr>
            <a:xfrm>
              <a:off x="177800" y="-38100"/>
              <a:ext cx="2311722" cy="768486"/>
            </a:xfrm>
            <a:prstGeom prst="rect">
              <a:avLst/>
            </a:prstGeom>
          </p:spPr>
          <p:txBody>
            <a:bodyPr lIns="50800" tIns="50800" rIns="50800" bIns="50800" rtlCol="0" anchor="ctr"/>
            <a:lstStyle/>
            <a:p>
              <a:pPr algn="ctr">
                <a:lnSpc>
                  <a:spcPts val="2605"/>
                </a:lnSpc>
              </a:pPr>
            </a:p>
          </p:txBody>
        </p:sp>
      </p:grpSp>
      <p:grpSp>
        <p:nvGrpSpPr>
          <p:cNvPr id="8" name="Group 8"/>
          <p:cNvGrpSpPr/>
          <p:nvPr/>
        </p:nvGrpSpPr>
        <p:grpSpPr>
          <a:xfrm rot="0">
            <a:off x="7724615" y="4553226"/>
            <a:ext cx="4161751" cy="1184729"/>
            <a:chOff x="0" y="0"/>
            <a:chExt cx="2565722" cy="730386"/>
          </a:xfrm>
        </p:grpSpPr>
        <p:sp>
          <p:nvSpPr>
            <p:cNvPr id="9" name="Freeform 9"/>
            <p:cNvSpPr/>
            <p:nvPr/>
          </p:nvSpPr>
          <p:spPr>
            <a:xfrm>
              <a:off x="0" y="0"/>
              <a:ext cx="2565722" cy="730386"/>
            </a:xfrm>
            <a:custGeom>
              <a:avLst/>
              <a:gdLst/>
              <a:ahLst/>
              <a:cxnLst/>
              <a:rect l="l" t="t" r="r" b="b"/>
              <a:pathLst>
                <a:path w="2565722" h="730386">
                  <a:moveTo>
                    <a:pt x="0" y="0"/>
                  </a:moveTo>
                  <a:lnTo>
                    <a:pt x="2362522" y="0"/>
                  </a:lnTo>
                  <a:lnTo>
                    <a:pt x="2565722" y="365193"/>
                  </a:lnTo>
                  <a:lnTo>
                    <a:pt x="2362522" y="730386"/>
                  </a:lnTo>
                  <a:lnTo>
                    <a:pt x="0" y="730386"/>
                  </a:lnTo>
                  <a:lnTo>
                    <a:pt x="203200" y="365193"/>
                  </a:lnTo>
                  <a:lnTo>
                    <a:pt x="0" y="0"/>
                  </a:lnTo>
                  <a:close/>
                </a:path>
              </a:pathLst>
            </a:custGeom>
            <a:solidFill>
              <a:srgbClr val="56AEFF"/>
            </a:solidFill>
          </p:spPr>
        </p:sp>
        <p:sp>
          <p:nvSpPr>
            <p:cNvPr id="10" name="TextBox 10"/>
            <p:cNvSpPr txBox="1"/>
            <p:nvPr/>
          </p:nvSpPr>
          <p:spPr>
            <a:xfrm>
              <a:off x="177800" y="-38100"/>
              <a:ext cx="2311722" cy="768486"/>
            </a:xfrm>
            <a:prstGeom prst="rect">
              <a:avLst/>
            </a:prstGeom>
          </p:spPr>
          <p:txBody>
            <a:bodyPr lIns="50800" tIns="50800" rIns="50800" bIns="50800" rtlCol="0" anchor="ctr"/>
            <a:lstStyle/>
            <a:p>
              <a:pPr algn="ctr">
                <a:lnSpc>
                  <a:spcPts val="2605"/>
                </a:lnSpc>
              </a:pPr>
            </a:p>
          </p:txBody>
        </p:sp>
      </p:grpSp>
      <p:grpSp>
        <p:nvGrpSpPr>
          <p:cNvPr id="11" name="Group 11"/>
          <p:cNvGrpSpPr/>
          <p:nvPr/>
        </p:nvGrpSpPr>
        <p:grpSpPr>
          <a:xfrm rot="-10800000">
            <a:off x="6758203" y="5737955"/>
            <a:ext cx="4161751" cy="1184729"/>
            <a:chOff x="0" y="0"/>
            <a:chExt cx="2565722" cy="730386"/>
          </a:xfrm>
        </p:grpSpPr>
        <p:sp>
          <p:nvSpPr>
            <p:cNvPr id="12" name="Freeform 12"/>
            <p:cNvSpPr/>
            <p:nvPr/>
          </p:nvSpPr>
          <p:spPr>
            <a:xfrm>
              <a:off x="0" y="0"/>
              <a:ext cx="2565722" cy="730386"/>
            </a:xfrm>
            <a:custGeom>
              <a:avLst/>
              <a:gdLst/>
              <a:ahLst/>
              <a:cxnLst/>
              <a:rect l="l" t="t" r="r" b="b"/>
              <a:pathLst>
                <a:path w="2565722" h="730386">
                  <a:moveTo>
                    <a:pt x="0" y="0"/>
                  </a:moveTo>
                  <a:lnTo>
                    <a:pt x="2362522" y="0"/>
                  </a:lnTo>
                  <a:lnTo>
                    <a:pt x="2565722" y="365193"/>
                  </a:lnTo>
                  <a:lnTo>
                    <a:pt x="2362522" y="730386"/>
                  </a:lnTo>
                  <a:lnTo>
                    <a:pt x="0" y="730386"/>
                  </a:lnTo>
                  <a:lnTo>
                    <a:pt x="203200" y="365193"/>
                  </a:lnTo>
                  <a:lnTo>
                    <a:pt x="0" y="0"/>
                  </a:lnTo>
                  <a:close/>
                </a:path>
              </a:pathLst>
            </a:custGeom>
            <a:solidFill>
              <a:srgbClr val="4BD1FB"/>
            </a:solidFill>
          </p:spPr>
        </p:sp>
        <p:sp>
          <p:nvSpPr>
            <p:cNvPr id="13" name="TextBox 13"/>
            <p:cNvSpPr txBox="1"/>
            <p:nvPr/>
          </p:nvSpPr>
          <p:spPr>
            <a:xfrm>
              <a:off x="177800" y="-38100"/>
              <a:ext cx="2311722" cy="768486"/>
            </a:xfrm>
            <a:prstGeom prst="rect">
              <a:avLst/>
            </a:prstGeom>
          </p:spPr>
          <p:txBody>
            <a:bodyPr lIns="50800" tIns="50800" rIns="50800" bIns="50800" rtlCol="0" anchor="ctr"/>
            <a:lstStyle/>
            <a:p>
              <a:pPr algn="ctr">
                <a:lnSpc>
                  <a:spcPts val="2605"/>
                </a:lnSpc>
              </a:pPr>
            </a:p>
          </p:txBody>
        </p:sp>
      </p:grpSp>
      <p:grpSp>
        <p:nvGrpSpPr>
          <p:cNvPr id="14" name="Group 14"/>
          <p:cNvGrpSpPr/>
          <p:nvPr/>
        </p:nvGrpSpPr>
        <p:grpSpPr>
          <a:xfrm rot="0">
            <a:off x="7724615" y="6918503"/>
            <a:ext cx="4161751" cy="1184729"/>
            <a:chOff x="0" y="0"/>
            <a:chExt cx="2565722" cy="730386"/>
          </a:xfrm>
        </p:grpSpPr>
        <p:sp>
          <p:nvSpPr>
            <p:cNvPr id="15" name="Freeform 15"/>
            <p:cNvSpPr/>
            <p:nvPr/>
          </p:nvSpPr>
          <p:spPr>
            <a:xfrm>
              <a:off x="0" y="0"/>
              <a:ext cx="2565722" cy="730386"/>
            </a:xfrm>
            <a:custGeom>
              <a:avLst/>
              <a:gdLst/>
              <a:ahLst/>
              <a:cxnLst/>
              <a:rect l="l" t="t" r="r" b="b"/>
              <a:pathLst>
                <a:path w="2565722" h="730386">
                  <a:moveTo>
                    <a:pt x="0" y="0"/>
                  </a:moveTo>
                  <a:lnTo>
                    <a:pt x="2362522" y="0"/>
                  </a:lnTo>
                  <a:lnTo>
                    <a:pt x="2565722" y="365193"/>
                  </a:lnTo>
                  <a:lnTo>
                    <a:pt x="2362522" y="730386"/>
                  </a:lnTo>
                  <a:lnTo>
                    <a:pt x="0" y="730386"/>
                  </a:lnTo>
                  <a:lnTo>
                    <a:pt x="203200" y="365193"/>
                  </a:lnTo>
                  <a:lnTo>
                    <a:pt x="0" y="0"/>
                  </a:lnTo>
                  <a:close/>
                </a:path>
              </a:pathLst>
            </a:custGeom>
            <a:solidFill>
              <a:srgbClr val="CFF4FF"/>
            </a:solidFill>
          </p:spPr>
        </p:sp>
        <p:sp>
          <p:nvSpPr>
            <p:cNvPr id="16" name="TextBox 16"/>
            <p:cNvSpPr txBox="1"/>
            <p:nvPr/>
          </p:nvSpPr>
          <p:spPr>
            <a:xfrm>
              <a:off x="177800" y="-38100"/>
              <a:ext cx="2311722" cy="768486"/>
            </a:xfrm>
            <a:prstGeom prst="rect">
              <a:avLst/>
            </a:prstGeom>
          </p:spPr>
          <p:txBody>
            <a:bodyPr lIns="50800" tIns="50800" rIns="50800" bIns="50800" rtlCol="0" anchor="ctr"/>
            <a:lstStyle/>
            <a:p>
              <a:pPr algn="ctr">
                <a:lnSpc>
                  <a:spcPts val="2605"/>
                </a:lnSpc>
              </a:pPr>
            </a:p>
          </p:txBody>
        </p:sp>
      </p:grpSp>
      <p:sp>
        <p:nvSpPr>
          <p:cNvPr id="17" name="TextBox 17"/>
          <p:cNvSpPr txBox="1"/>
          <p:nvPr/>
        </p:nvSpPr>
        <p:spPr>
          <a:xfrm>
            <a:off x="6802031" y="3618050"/>
            <a:ext cx="2745282" cy="628474"/>
          </a:xfrm>
          <a:prstGeom prst="rect">
            <a:avLst/>
          </a:prstGeom>
        </p:spPr>
        <p:txBody>
          <a:bodyPr lIns="0" tIns="0" rIns="0" bIns="0" rtlCol="0" anchor="t">
            <a:spAutoFit/>
          </a:bodyPr>
          <a:lstStyle/>
          <a:p>
            <a:pPr marL="0" lvl="0" indent="0" algn="ctr">
              <a:lnSpc>
                <a:spcPts val="5185"/>
              </a:lnSpc>
              <a:spcBef>
                <a:spcPct val="0"/>
              </a:spcBef>
            </a:pPr>
            <a:r>
              <a:rPr lang="en-US" sz="3755" b="1">
                <a:solidFill>
                  <a:srgbClr val="051D40"/>
                </a:solidFill>
                <a:latin typeface="DM Sans Bold"/>
                <a:ea typeface="DM Sans Bold"/>
                <a:cs typeface="DM Sans Bold"/>
                <a:sym typeface="DM Sans Bold"/>
              </a:rPr>
              <a:t>February</a:t>
            </a:r>
            <a:endParaRPr lang="en-US" sz="3755" b="1">
              <a:solidFill>
                <a:srgbClr val="051D40"/>
              </a:solidFill>
              <a:latin typeface="DM Sans Bold"/>
              <a:ea typeface="DM Sans Bold"/>
              <a:cs typeface="DM Sans Bold"/>
              <a:sym typeface="DM Sans Bold"/>
            </a:endParaRPr>
          </a:p>
        </p:txBody>
      </p:sp>
      <p:sp>
        <p:nvSpPr>
          <p:cNvPr id="18" name="TextBox 18"/>
          <p:cNvSpPr txBox="1"/>
          <p:nvPr/>
        </p:nvSpPr>
        <p:spPr>
          <a:xfrm>
            <a:off x="7768443" y="2433321"/>
            <a:ext cx="2745282" cy="628474"/>
          </a:xfrm>
          <a:prstGeom prst="rect">
            <a:avLst/>
          </a:prstGeom>
        </p:spPr>
        <p:txBody>
          <a:bodyPr lIns="0" tIns="0" rIns="0" bIns="0" rtlCol="0" anchor="t">
            <a:spAutoFit/>
          </a:bodyPr>
          <a:lstStyle/>
          <a:p>
            <a:pPr marL="0" lvl="0" indent="0" algn="ctr">
              <a:lnSpc>
                <a:spcPts val="5185"/>
              </a:lnSpc>
              <a:spcBef>
                <a:spcPct val="0"/>
              </a:spcBef>
            </a:pPr>
            <a:r>
              <a:rPr lang="en-US" sz="3755" b="1">
                <a:solidFill>
                  <a:srgbClr val="051D40"/>
                </a:solidFill>
                <a:latin typeface="DM Sans Bold"/>
                <a:ea typeface="DM Sans Bold"/>
                <a:cs typeface="DM Sans Bold"/>
                <a:sym typeface="DM Sans Bold"/>
              </a:rPr>
              <a:t>January</a:t>
            </a:r>
            <a:endParaRPr lang="en-US" sz="3755" b="1">
              <a:solidFill>
                <a:srgbClr val="051D40"/>
              </a:solidFill>
              <a:latin typeface="DM Sans Bold"/>
              <a:ea typeface="DM Sans Bold"/>
              <a:cs typeface="DM Sans Bold"/>
              <a:sym typeface="DM Sans Bold"/>
            </a:endParaRPr>
          </a:p>
        </p:txBody>
      </p:sp>
      <p:sp>
        <p:nvSpPr>
          <p:cNvPr id="19" name="TextBox 19"/>
          <p:cNvSpPr txBox="1"/>
          <p:nvPr/>
        </p:nvSpPr>
        <p:spPr>
          <a:xfrm>
            <a:off x="11388338" y="2256515"/>
            <a:ext cx="4526224" cy="1176380"/>
          </a:xfrm>
          <a:prstGeom prst="rect">
            <a:avLst/>
          </a:prstGeom>
        </p:spPr>
        <p:txBody>
          <a:bodyPr lIns="0" tIns="0" rIns="0" bIns="0" rtlCol="0" anchor="t">
            <a:spAutoFit/>
          </a:bodyPr>
          <a:lstStyle/>
          <a:p>
            <a:pPr marL="0" lvl="0" indent="0" algn="l">
              <a:lnSpc>
                <a:spcPts val="2355"/>
              </a:lnSpc>
            </a:pPr>
            <a:r>
              <a:rPr lang="en-US" sz="1870" u="none" strike="noStrike">
                <a:solidFill>
                  <a:srgbClr val="FFFFFF"/>
                </a:solidFill>
                <a:latin typeface="DM Sans"/>
                <a:ea typeface="DM Sans"/>
                <a:cs typeface="DM Sans"/>
                <a:sym typeface="DM Sans"/>
              </a:rPr>
              <a:t>Lorem ipsum dolor sit amet, consectetur adipiscing elit. Duis vulputate nulla at ante rhoncus, vel efficitur felis condimentum. Proin odio odio.</a:t>
            </a:r>
            <a:endParaRPr lang="en-US" sz="1870" u="none" strike="noStrike">
              <a:solidFill>
                <a:srgbClr val="FFFFFF"/>
              </a:solidFill>
              <a:latin typeface="DM Sans"/>
              <a:ea typeface="DM Sans"/>
              <a:cs typeface="DM Sans"/>
              <a:sym typeface="DM Sans"/>
            </a:endParaRPr>
          </a:p>
        </p:txBody>
      </p:sp>
      <p:sp>
        <p:nvSpPr>
          <p:cNvPr id="20" name="TextBox 20"/>
          <p:cNvSpPr txBox="1"/>
          <p:nvPr/>
        </p:nvSpPr>
        <p:spPr>
          <a:xfrm>
            <a:off x="8347593" y="4802779"/>
            <a:ext cx="2745282" cy="628474"/>
          </a:xfrm>
          <a:prstGeom prst="rect">
            <a:avLst/>
          </a:prstGeom>
        </p:spPr>
        <p:txBody>
          <a:bodyPr lIns="0" tIns="0" rIns="0" bIns="0" rtlCol="0" anchor="t">
            <a:spAutoFit/>
          </a:bodyPr>
          <a:lstStyle/>
          <a:p>
            <a:pPr marL="0" lvl="0" indent="0" algn="ctr">
              <a:lnSpc>
                <a:spcPts val="5185"/>
              </a:lnSpc>
              <a:spcBef>
                <a:spcPct val="0"/>
              </a:spcBef>
            </a:pPr>
            <a:r>
              <a:rPr lang="en-US" sz="3755" b="1">
                <a:solidFill>
                  <a:srgbClr val="051D40"/>
                </a:solidFill>
                <a:latin typeface="DM Sans Bold"/>
                <a:ea typeface="DM Sans Bold"/>
                <a:cs typeface="DM Sans Bold"/>
                <a:sym typeface="DM Sans Bold"/>
              </a:rPr>
              <a:t>March</a:t>
            </a:r>
            <a:endParaRPr lang="en-US" sz="3755" b="1">
              <a:solidFill>
                <a:srgbClr val="051D40"/>
              </a:solidFill>
              <a:latin typeface="DM Sans Bold"/>
              <a:ea typeface="DM Sans Bold"/>
              <a:cs typeface="DM Sans Bold"/>
              <a:sym typeface="DM Sans Bold"/>
            </a:endParaRPr>
          </a:p>
        </p:txBody>
      </p:sp>
      <p:sp>
        <p:nvSpPr>
          <p:cNvPr id="21" name="TextBox 21"/>
          <p:cNvSpPr txBox="1"/>
          <p:nvPr/>
        </p:nvSpPr>
        <p:spPr>
          <a:xfrm>
            <a:off x="7381181" y="5987507"/>
            <a:ext cx="2745282" cy="628474"/>
          </a:xfrm>
          <a:prstGeom prst="rect">
            <a:avLst/>
          </a:prstGeom>
        </p:spPr>
        <p:txBody>
          <a:bodyPr lIns="0" tIns="0" rIns="0" bIns="0" rtlCol="0" anchor="t">
            <a:spAutoFit/>
          </a:bodyPr>
          <a:lstStyle/>
          <a:p>
            <a:pPr marL="0" lvl="0" indent="0" algn="ctr">
              <a:lnSpc>
                <a:spcPts val="5185"/>
              </a:lnSpc>
              <a:spcBef>
                <a:spcPct val="0"/>
              </a:spcBef>
            </a:pPr>
            <a:r>
              <a:rPr lang="en-US" sz="3755" b="1">
                <a:solidFill>
                  <a:srgbClr val="051D40"/>
                </a:solidFill>
                <a:latin typeface="DM Sans Bold"/>
                <a:ea typeface="DM Sans Bold"/>
                <a:cs typeface="DM Sans Bold"/>
                <a:sym typeface="DM Sans Bold"/>
              </a:rPr>
              <a:t>April</a:t>
            </a:r>
            <a:endParaRPr lang="en-US" sz="3755" b="1">
              <a:solidFill>
                <a:srgbClr val="051D40"/>
              </a:solidFill>
              <a:latin typeface="DM Sans Bold"/>
              <a:ea typeface="DM Sans Bold"/>
              <a:cs typeface="DM Sans Bold"/>
              <a:sym typeface="DM Sans Bold"/>
            </a:endParaRPr>
          </a:p>
        </p:txBody>
      </p:sp>
      <p:sp>
        <p:nvSpPr>
          <p:cNvPr id="22" name="TextBox 22"/>
          <p:cNvSpPr txBox="1"/>
          <p:nvPr/>
        </p:nvSpPr>
        <p:spPr>
          <a:xfrm>
            <a:off x="8432849" y="7170333"/>
            <a:ext cx="2745282" cy="628474"/>
          </a:xfrm>
          <a:prstGeom prst="rect">
            <a:avLst/>
          </a:prstGeom>
        </p:spPr>
        <p:txBody>
          <a:bodyPr lIns="0" tIns="0" rIns="0" bIns="0" rtlCol="0" anchor="t">
            <a:spAutoFit/>
          </a:bodyPr>
          <a:lstStyle/>
          <a:p>
            <a:pPr marL="0" lvl="0" indent="0" algn="ctr">
              <a:lnSpc>
                <a:spcPts val="5185"/>
              </a:lnSpc>
              <a:spcBef>
                <a:spcPct val="0"/>
              </a:spcBef>
            </a:pPr>
            <a:r>
              <a:rPr lang="en-US" sz="3755" b="1">
                <a:solidFill>
                  <a:srgbClr val="051D40"/>
                </a:solidFill>
                <a:latin typeface="DM Sans Bold"/>
                <a:ea typeface="DM Sans Bold"/>
                <a:cs typeface="DM Sans Bold"/>
                <a:sym typeface="DM Sans Bold"/>
              </a:rPr>
              <a:t>May</a:t>
            </a:r>
            <a:endParaRPr lang="en-US" sz="3755" b="1">
              <a:solidFill>
                <a:srgbClr val="051D40"/>
              </a:solidFill>
              <a:latin typeface="DM Sans Bold"/>
              <a:ea typeface="DM Sans Bold"/>
              <a:cs typeface="DM Sans Bold"/>
              <a:sym typeface="DM Sans Bold"/>
            </a:endParaRPr>
          </a:p>
        </p:txBody>
      </p:sp>
      <p:sp>
        <p:nvSpPr>
          <p:cNvPr id="23" name="TextBox 23"/>
          <p:cNvSpPr txBox="1"/>
          <p:nvPr/>
        </p:nvSpPr>
        <p:spPr>
          <a:xfrm>
            <a:off x="1365636" y="3373621"/>
            <a:ext cx="4490889" cy="1176380"/>
          </a:xfrm>
          <a:prstGeom prst="rect">
            <a:avLst/>
          </a:prstGeom>
        </p:spPr>
        <p:txBody>
          <a:bodyPr lIns="0" tIns="0" rIns="0" bIns="0" rtlCol="0" anchor="t">
            <a:spAutoFit/>
          </a:bodyPr>
          <a:lstStyle/>
          <a:p>
            <a:pPr marL="0" lvl="0" indent="0" algn="r">
              <a:lnSpc>
                <a:spcPts val="2355"/>
              </a:lnSpc>
            </a:pPr>
            <a:r>
              <a:rPr lang="en-US" sz="1870" u="none" strike="noStrike">
                <a:solidFill>
                  <a:srgbClr val="FFFFFF"/>
                </a:solidFill>
                <a:latin typeface="DM Sans"/>
                <a:ea typeface="DM Sans"/>
                <a:cs typeface="DM Sans"/>
                <a:sym typeface="DM Sans"/>
              </a:rPr>
              <a:t>Lorem ipsum dolor sit amet, consectetur adipiscing elit. Duis vulputate nulla at ante rhoncus, vel efficitur felis condimentum. Proin odio odio.</a:t>
            </a:r>
            <a:endParaRPr lang="en-US" sz="1870" u="none" strike="noStrike">
              <a:solidFill>
                <a:srgbClr val="FFFFFF"/>
              </a:solidFill>
              <a:latin typeface="DM Sans"/>
              <a:ea typeface="DM Sans"/>
              <a:cs typeface="DM Sans"/>
              <a:sym typeface="DM Sans"/>
            </a:endParaRPr>
          </a:p>
        </p:txBody>
      </p:sp>
      <p:sp>
        <p:nvSpPr>
          <p:cNvPr id="24" name="TextBox 24"/>
          <p:cNvSpPr txBox="1"/>
          <p:nvPr/>
        </p:nvSpPr>
        <p:spPr>
          <a:xfrm>
            <a:off x="12037445" y="4572276"/>
            <a:ext cx="4884918" cy="1176380"/>
          </a:xfrm>
          <a:prstGeom prst="rect">
            <a:avLst/>
          </a:prstGeom>
        </p:spPr>
        <p:txBody>
          <a:bodyPr lIns="0" tIns="0" rIns="0" bIns="0" rtlCol="0" anchor="t">
            <a:spAutoFit/>
          </a:bodyPr>
          <a:lstStyle/>
          <a:p>
            <a:pPr marL="0" lvl="0" indent="0" algn="l">
              <a:lnSpc>
                <a:spcPts val="2355"/>
              </a:lnSpc>
            </a:pPr>
            <a:r>
              <a:rPr lang="en-US" sz="1870" u="none" strike="noStrike">
                <a:solidFill>
                  <a:srgbClr val="FFFFFF"/>
                </a:solidFill>
                <a:latin typeface="DM Sans"/>
                <a:ea typeface="DM Sans"/>
                <a:cs typeface="DM Sans"/>
                <a:sym typeface="DM Sans"/>
              </a:rPr>
              <a:t>Lorem ipsum dolor sit amet, consectetur adipiscing elit. Duis vulputate nulla at ante rhoncus, vel efficitur felis condimentum. Proin odio odio.</a:t>
            </a:r>
            <a:endParaRPr lang="en-US" sz="1870" u="none" strike="noStrike">
              <a:solidFill>
                <a:srgbClr val="FFFFFF"/>
              </a:solidFill>
              <a:latin typeface="DM Sans"/>
              <a:ea typeface="DM Sans"/>
              <a:cs typeface="DM Sans"/>
              <a:sym typeface="DM Sans"/>
            </a:endParaRPr>
          </a:p>
        </p:txBody>
      </p:sp>
      <p:sp>
        <p:nvSpPr>
          <p:cNvPr id="25" name="TextBox 25"/>
          <p:cNvSpPr txBox="1"/>
          <p:nvPr/>
        </p:nvSpPr>
        <p:spPr>
          <a:xfrm>
            <a:off x="1949758" y="5741176"/>
            <a:ext cx="4656045" cy="1176380"/>
          </a:xfrm>
          <a:prstGeom prst="rect">
            <a:avLst/>
          </a:prstGeom>
        </p:spPr>
        <p:txBody>
          <a:bodyPr lIns="0" tIns="0" rIns="0" bIns="0" rtlCol="0" anchor="t">
            <a:spAutoFit/>
          </a:bodyPr>
          <a:lstStyle/>
          <a:p>
            <a:pPr marL="0" lvl="0" indent="0" algn="r">
              <a:lnSpc>
                <a:spcPts val="2355"/>
              </a:lnSpc>
            </a:pPr>
            <a:r>
              <a:rPr lang="en-US" sz="1870" u="none" strike="noStrike">
                <a:solidFill>
                  <a:srgbClr val="FFFFFF"/>
                </a:solidFill>
                <a:latin typeface="DM Sans"/>
                <a:ea typeface="DM Sans"/>
                <a:cs typeface="DM Sans"/>
                <a:sym typeface="DM Sans"/>
              </a:rPr>
              <a:t>Lorem ipsum dolor sit amet, consectetur adipiscing elit. Duis vulputate nulla at ante rhoncus, vel efficitur felis condimentum. Proin odio odio.</a:t>
            </a:r>
            <a:endParaRPr lang="en-US" sz="1870" u="none" strike="noStrike">
              <a:solidFill>
                <a:srgbClr val="FFFFFF"/>
              </a:solidFill>
              <a:latin typeface="DM Sans"/>
              <a:ea typeface="DM Sans"/>
              <a:cs typeface="DM Sans"/>
              <a:sym typeface="DM Sans"/>
            </a:endParaRPr>
          </a:p>
        </p:txBody>
      </p:sp>
      <p:sp>
        <p:nvSpPr>
          <p:cNvPr id="26" name="TextBox 26"/>
          <p:cNvSpPr txBox="1"/>
          <p:nvPr/>
        </p:nvSpPr>
        <p:spPr>
          <a:xfrm>
            <a:off x="11886366" y="6891268"/>
            <a:ext cx="4500162" cy="1176380"/>
          </a:xfrm>
          <a:prstGeom prst="rect">
            <a:avLst/>
          </a:prstGeom>
        </p:spPr>
        <p:txBody>
          <a:bodyPr lIns="0" tIns="0" rIns="0" bIns="0" rtlCol="0" anchor="t">
            <a:spAutoFit/>
          </a:bodyPr>
          <a:lstStyle/>
          <a:p>
            <a:pPr marL="0" lvl="0" indent="0" algn="l">
              <a:lnSpc>
                <a:spcPts val="2355"/>
              </a:lnSpc>
            </a:pPr>
            <a:r>
              <a:rPr lang="en-US" sz="1870" u="none" strike="noStrike">
                <a:solidFill>
                  <a:srgbClr val="FFFFFF"/>
                </a:solidFill>
                <a:latin typeface="DM Sans"/>
                <a:ea typeface="DM Sans"/>
                <a:cs typeface="DM Sans"/>
                <a:sym typeface="DM Sans"/>
              </a:rPr>
              <a:t>Lorem ipsum dolor sit amet, consectetur adipiscing elit. Duis vulputate nulla at ante rhoncus, vel efficitur felis condimentum. Proin odio odio.</a:t>
            </a:r>
            <a:endParaRPr lang="en-US" sz="1870" u="none" strike="noStrike">
              <a:solidFill>
                <a:srgbClr val="FFFFFF"/>
              </a:solidFill>
              <a:latin typeface="DM Sans"/>
              <a:ea typeface="DM Sans"/>
              <a:cs typeface="DM Sans"/>
              <a:sym typeface="DM Sans"/>
            </a:endParaRPr>
          </a:p>
        </p:txBody>
      </p:sp>
      <p:sp>
        <p:nvSpPr>
          <p:cNvPr id="27" name="Freeform 27"/>
          <p:cNvSpPr/>
          <p:nvPr/>
        </p:nvSpPr>
        <p:spPr>
          <a:xfrm>
            <a:off x="-2519628" y="7227483"/>
            <a:ext cx="7086596" cy="7086596"/>
          </a:xfrm>
          <a:custGeom>
            <a:avLst/>
            <a:gdLst/>
            <a:ahLst/>
            <a:cxnLst/>
            <a:rect l="l" t="t" r="r" b="b"/>
            <a:pathLst>
              <a:path w="7086596" h="7086596">
                <a:moveTo>
                  <a:pt x="0" y="0"/>
                </a:moveTo>
                <a:lnTo>
                  <a:pt x="7086596" y="0"/>
                </a:lnTo>
                <a:lnTo>
                  <a:pt x="7086596" y="7086596"/>
                </a:lnTo>
                <a:lnTo>
                  <a:pt x="0" y="7086596"/>
                </a:lnTo>
                <a:lnTo>
                  <a:pt x="0" y="0"/>
                </a:lnTo>
                <a:close/>
              </a:path>
            </a:pathLst>
          </a:custGeom>
          <a:blipFill>
            <a:blip r:embed="rId1">
              <a:extLst>
                <a:ext uri="{96DAC541-7B7A-43D3-8B79-37D633B846F1}">
                  <asvg:svgBlip xmlns:asvg="http://schemas.microsoft.com/office/drawing/2016/SVG/main" r:embed="rId2"/>
                </a:ext>
              </a:extLst>
            </a:blip>
            <a:stretch>
              <a:fillRect/>
            </a:stretch>
          </a:blipFill>
        </p:spPr>
      </p:sp>
      <p:sp>
        <p:nvSpPr>
          <p:cNvPr id="28" name="Freeform 28"/>
          <p:cNvSpPr/>
          <p:nvPr/>
        </p:nvSpPr>
        <p:spPr>
          <a:xfrm rot="10436461">
            <a:off x="14152110" y="-4118246"/>
            <a:ext cx="6566182" cy="6566182"/>
          </a:xfrm>
          <a:custGeom>
            <a:avLst/>
            <a:gdLst/>
            <a:ahLst/>
            <a:cxnLst/>
            <a:rect l="l" t="t" r="r" b="b"/>
            <a:pathLst>
              <a:path w="6566182" h="6566182">
                <a:moveTo>
                  <a:pt x="0" y="0"/>
                </a:moveTo>
                <a:lnTo>
                  <a:pt x="6566182" y="0"/>
                </a:lnTo>
                <a:lnTo>
                  <a:pt x="6566182" y="6566183"/>
                </a:lnTo>
                <a:lnTo>
                  <a:pt x="0" y="6566183"/>
                </a:lnTo>
                <a:lnTo>
                  <a:pt x="0" y="0"/>
                </a:lnTo>
                <a:close/>
              </a:path>
            </a:pathLst>
          </a:custGeom>
          <a:blipFill>
            <a:blip r:embed="rId1">
              <a:extLst>
                <a:ext uri="{96DAC541-7B7A-43D3-8B79-37D633B846F1}">
                  <asvg:svgBlip xmlns:asvg="http://schemas.microsoft.com/office/drawing/2016/SVG/main" r:embed="rId2"/>
                </a:ext>
              </a:extLst>
            </a:blip>
            <a:stretch>
              <a:fillRect/>
            </a:stretch>
          </a:blipFill>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p:cNvGrpSpPr/>
        <p:nvPr/>
      </p:nvGrpSpPr>
      <p:grpSpPr>
        <a:xfrm>
          <a:off x="0" y="0"/>
          <a:ext cx="0" cy="0"/>
          <a:chOff x="0" y="0"/>
          <a:chExt cx="0" cy="0"/>
        </a:xfrm>
      </p:grpSpPr>
      <p:grpSp>
        <p:nvGrpSpPr>
          <p:cNvPr id="2" name="Group 2"/>
          <p:cNvGrpSpPr>
            <a:grpSpLocks noChangeAspect="1"/>
          </p:cNvGrpSpPr>
          <p:nvPr/>
        </p:nvGrpSpPr>
        <p:grpSpPr>
          <a:xfrm rot="0">
            <a:off x="10899382" y="-54747"/>
            <a:ext cx="8958965" cy="9313047"/>
            <a:chOff x="0" y="0"/>
            <a:chExt cx="6108573" cy="6350000"/>
          </a:xfrm>
        </p:grpSpPr>
        <p:sp>
          <p:nvSpPr>
            <p:cNvPr id="3" name="Freeform 3"/>
            <p:cNvSpPr/>
            <p:nvPr/>
          </p:nvSpPr>
          <p:spPr>
            <a:xfrm>
              <a:off x="0" y="0"/>
              <a:ext cx="6108573" cy="6350000"/>
            </a:xfrm>
            <a:custGeom>
              <a:avLst/>
              <a:gdLst/>
              <a:ahLst/>
              <a:cxnLst/>
              <a:rect l="l" t="t" r="r" b="b"/>
              <a:pathLst>
                <a:path w="6108573" h="6350000">
                  <a:moveTo>
                    <a:pt x="6108573" y="0"/>
                  </a:moveTo>
                  <a:lnTo>
                    <a:pt x="6108573" y="3295396"/>
                  </a:lnTo>
                  <a:cubicBezTo>
                    <a:pt x="6108573" y="4982464"/>
                    <a:pt x="4741164" y="6350000"/>
                    <a:pt x="3054350" y="6350000"/>
                  </a:cubicBezTo>
                  <a:cubicBezTo>
                    <a:pt x="1367536" y="6350000"/>
                    <a:pt x="0" y="4982464"/>
                    <a:pt x="0" y="3295523"/>
                  </a:cubicBezTo>
                  <a:lnTo>
                    <a:pt x="0" y="0"/>
                  </a:lnTo>
                  <a:lnTo>
                    <a:pt x="6108573" y="0"/>
                  </a:lnTo>
                  <a:close/>
                </a:path>
              </a:pathLst>
            </a:custGeom>
            <a:blipFill>
              <a:blip r:embed="rId1"/>
              <a:stretch>
                <a:fillRect l="-28012" r="-28012"/>
              </a:stretch>
            </a:blipFill>
          </p:spPr>
        </p:sp>
      </p:grpSp>
      <p:sp>
        <p:nvSpPr>
          <p:cNvPr id="4" name="Freeform 4"/>
          <p:cNvSpPr/>
          <p:nvPr/>
        </p:nvSpPr>
        <p:spPr>
          <a:xfrm>
            <a:off x="17259300" y="8127303"/>
            <a:ext cx="1802889" cy="1802889"/>
          </a:xfrm>
          <a:custGeom>
            <a:avLst/>
            <a:gdLst/>
            <a:ahLst/>
            <a:cxnLst/>
            <a:rect l="l" t="t" r="r" b="b"/>
            <a:pathLst>
              <a:path w="1802889" h="1802889">
                <a:moveTo>
                  <a:pt x="0" y="0"/>
                </a:moveTo>
                <a:lnTo>
                  <a:pt x="1802889" y="0"/>
                </a:lnTo>
                <a:lnTo>
                  <a:pt x="1802889" y="1802889"/>
                </a:lnTo>
                <a:lnTo>
                  <a:pt x="0" y="1802889"/>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5" name="Freeform 5"/>
          <p:cNvSpPr/>
          <p:nvPr/>
        </p:nvSpPr>
        <p:spPr>
          <a:xfrm>
            <a:off x="9833387" y="-1033334"/>
            <a:ext cx="2293320" cy="2293320"/>
          </a:xfrm>
          <a:custGeom>
            <a:avLst/>
            <a:gdLst/>
            <a:ahLst/>
            <a:cxnLst/>
            <a:rect l="l" t="t" r="r" b="b"/>
            <a:pathLst>
              <a:path w="2293320" h="2293320">
                <a:moveTo>
                  <a:pt x="0" y="0"/>
                </a:moveTo>
                <a:lnTo>
                  <a:pt x="2293320" y="0"/>
                </a:lnTo>
                <a:lnTo>
                  <a:pt x="2293320" y="2293319"/>
                </a:lnTo>
                <a:lnTo>
                  <a:pt x="0" y="2293319"/>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6" name="TextBox 6"/>
          <p:cNvSpPr txBox="1"/>
          <p:nvPr/>
        </p:nvSpPr>
        <p:spPr>
          <a:xfrm>
            <a:off x="2350263" y="3521901"/>
            <a:ext cx="3238670" cy="1593515"/>
          </a:xfrm>
          <a:prstGeom prst="rect">
            <a:avLst/>
          </a:prstGeom>
        </p:spPr>
        <p:txBody>
          <a:bodyPr lIns="0" tIns="0" rIns="0" bIns="0" rtlCol="0" anchor="t">
            <a:spAutoFit/>
          </a:bodyPr>
          <a:lstStyle/>
          <a:p>
            <a:pPr marL="0" lvl="0" indent="0" algn="ctr">
              <a:lnSpc>
                <a:spcPts val="12505"/>
              </a:lnSpc>
              <a:spcBef>
                <a:spcPct val="0"/>
              </a:spcBef>
            </a:pPr>
            <a:r>
              <a:rPr lang="en-US" sz="10420" b="1" u="none" strike="noStrike">
                <a:solidFill>
                  <a:srgbClr val="FFFFFF"/>
                </a:solidFill>
                <a:latin typeface="Now Bold" panose="00000800000000000000"/>
                <a:ea typeface="Now Bold" panose="00000800000000000000"/>
                <a:cs typeface="Now Bold" panose="00000800000000000000"/>
                <a:sym typeface="Now Bold" panose="00000800000000000000"/>
              </a:rPr>
              <a:t>80%</a:t>
            </a:r>
            <a:endParaRPr lang="en-US" sz="10420" b="1" u="none" strike="noStrike">
              <a:solidFill>
                <a:srgbClr val="FFFFFF"/>
              </a:solidFill>
              <a:latin typeface="Now Bold" panose="00000800000000000000"/>
              <a:ea typeface="Now Bold" panose="00000800000000000000"/>
              <a:cs typeface="Now Bold" panose="00000800000000000000"/>
              <a:sym typeface="Now Bold" panose="00000800000000000000"/>
            </a:endParaRPr>
          </a:p>
        </p:txBody>
      </p:sp>
      <p:pic>
        <p:nvPicPr>
          <p:cNvPr id="7" name="Picture 7"/>
          <p:cNvPicPr>
            <a:picLocks noChangeAspect="1"/>
          </p:cNvPicPr>
          <p:nvPr/>
        </p:nvPicPr>
        <p:blipFill>
          <a:blip r:embed="rId4"/>
          <a:stretch>
            <a:fillRect/>
          </a:stretch>
        </p:blipFill>
        <p:spPr>
          <a:xfrm>
            <a:off x="2185774" y="4818113"/>
            <a:ext cx="3567648" cy="1100388"/>
          </a:xfrm>
          <a:prstGeom prst="rect">
            <a:avLst/>
          </a:prstGeom>
        </p:spPr>
      </p:pic>
      <p:sp>
        <p:nvSpPr>
          <p:cNvPr id="8" name="TextBox 8"/>
          <p:cNvSpPr txBox="1"/>
          <p:nvPr/>
        </p:nvSpPr>
        <p:spPr>
          <a:xfrm>
            <a:off x="2350263" y="6676562"/>
            <a:ext cx="3238670" cy="1593515"/>
          </a:xfrm>
          <a:prstGeom prst="rect">
            <a:avLst/>
          </a:prstGeom>
        </p:spPr>
        <p:txBody>
          <a:bodyPr lIns="0" tIns="0" rIns="0" bIns="0" rtlCol="0" anchor="t">
            <a:spAutoFit/>
          </a:bodyPr>
          <a:lstStyle/>
          <a:p>
            <a:pPr marL="0" lvl="0" indent="0" algn="ctr">
              <a:lnSpc>
                <a:spcPts val="12505"/>
              </a:lnSpc>
              <a:spcBef>
                <a:spcPct val="0"/>
              </a:spcBef>
            </a:pPr>
            <a:r>
              <a:rPr lang="en-US" sz="10420" b="1">
                <a:solidFill>
                  <a:srgbClr val="FFFFFF"/>
                </a:solidFill>
                <a:latin typeface="Now Bold" panose="00000800000000000000"/>
                <a:ea typeface="Now Bold" panose="00000800000000000000"/>
                <a:cs typeface="Now Bold" panose="00000800000000000000"/>
                <a:sym typeface="Now Bold" panose="00000800000000000000"/>
              </a:rPr>
              <a:t>20</a:t>
            </a:r>
            <a:r>
              <a:rPr lang="en-US" sz="10420" b="1" u="none" strike="noStrike">
                <a:solidFill>
                  <a:srgbClr val="FFFFFF"/>
                </a:solidFill>
                <a:latin typeface="Now Bold" panose="00000800000000000000"/>
                <a:ea typeface="Now Bold" panose="00000800000000000000"/>
                <a:cs typeface="Now Bold" panose="00000800000000000000"/>
                <a:sym typeface="Now Bold" panose="00000800000000000000"/>
              </a:rPr>
              <a:t>%</a:t>
            </a:r>
            <a:endParaRPr lang="en-US" sz="10420" b="1" u="none" strike="noStrike">
              <a:solidFill>
                <a:srgbClr val="FFFFFF"/>
              </a:solidFill>
              <a:latin typeface="Now Bold" panose="00000800000000000000"/>
              <a:ea typeface="Now Bold" panose="00000800000000000000"/>
              <a:cs typeface="Now Bold" panose="00000800000000000000"/>
              <a:sym typeface="Now Bold" panose="00000800000000000000"/>
            </a:endParaRPr>
          </a:p>
        </p:txBody>
      </p:sp>
      <p:pic>
        <p:nvPicPr>
          <p:cNvPr id="9" name="Picture 9"/>
          <p:cNvPicPr>
            <a:picLocks noChangeAspect="1"/>
          </p:cNvPicPr>
          <p:nvPr/>
        </p:nvPicPr>
        <p:blipFill>
          <a:blip r:embed="rId5"/>
          <a:stretch>
            <a:fillRect/>
          </a:stretch>
        </p:blipFill>
        <p:spPr>
          <a:xfrm>
            <a:off x="2185774" y="7972773"/>
            <a:ext cx="3567648" cy="1100388"/>
          </a:xfrm>
          <a:prstGeom prst="rect">
            <a:avLst/>
          </a:prstGeom>
        </p:spPr>
      </p:pic>
      <p:grpSp>
        <p:nvGrpSpPr>
          <p:cNvPr id="10" name="Group 10"/>
          <p:cNvGrpSpPr/>
          <p:nvPr/>
        </p:nvGrpSpPr>
        <p:grpSpPr>
          <a:xfrm rot="0">
            <a:off x="-1543050" y="-54747"/>
            <a:ext cx="2760734" cy="10341747"/>
            <a:chOff x="0" y="0"/>
            <a:chExt cx="727107" cy="2723752"/>
          </a:xfrm>
        </p:grpSpPr>
        <p:sp>
          <p:nvSpPr>
            <p:cNvPr id="11" name="Freeform 11"/>
            <p:cNvSpPr/>
            <p:nvPr/>
          </p:nvSpPr>
          <p:spPr>
            <a:xfrm>
              <a:off x="0" y="0"/>
              <a:ext cx="727107" cy="2723752"/>
            </a:xfrm>
            <a:custGeom>
              <a:avLst/>
              <a:gdLst/>
              <a:ahLst/>
              <a:cxnLst/>
              <a:rect l="l" t="t" r="r" b="b"/>
              <a:pathLst>
                <a:path w="727107" h="2723752">
                  <a:moveTo>
                    <a:pt x="0" y="0"/>
                  </a:moveTo>
                  <a:lnTo>
                    <a:pt x="727107" y="0"/>
                  </a:lnTo>
                  <a:lnTo>
                    <a:pt x="727107" y="2723752"/>
                  </a:lnTo>
                  <a:lnTo>
                    <a:pt x="0" y="2723752"/>
                  </a:lnTo>
                  <a:close/>
                </a:path>
              </a:pathLst>
            </a:custGeom>
            <a:solidFill>
              <a:srgbClr val="145DA0"/>
            </a:solidFill>
          </p:spPr>
        </p:sp>
        <p:sp>
          <p:nvSpPr>
            <p:cNvPr id="12" name="TextBox 12"/>
            <p:cNvSpPr txBox="1"/>
            <p:nvPr/>
          </p:nvSpPr>
          <p:spPr>
            <a:xfrm>
              <a:off x="0" y="-38100"/>
              <a:ext cx="727107" cy="2761852"/>
            </a:xfrm>
            <a:prstGeom prst="rect">
              <a:avLst/>
            </a:prstGeom>
          </p:spPr>
          <p:txBody>
            <a:bodyPr lIns="50800" tIns="50800" rIns="50800" bIns="50800" rtlCol="0" anchor="ctr"/>
            <a:lstStyle/>
            <a:p>
              <a:pPr algn="ctr">
                <a:lnSpc>
                  <a:spcPts val="2605"/>
                </a:lnSpc>
              </a:pPr>
            </a:p>
          </p:txBody>
        </p:sp>
      </p:grpSp>
      <p:sp>
        <p:nvSpPr>
          <p:cNvPr id="13" name="TextBox 13"/>
          <p:cNvSpPr txBox="1"/>
          <p:nvPr/>
        </p:nvSpPr>
        <p:spPr>
          <a:xfrm>
            <a:off x="2682418" y="1760435"/>
            <a:ext cx="6235170" cy="1000125"/>
          </a:xfrm>
          <a:prstGeom prst="rect">
            <a:avLst/>
          </a:prstGeom>
        </p:spPr>
        <p:txBody>
          <a:bodyPr lIns="0" tIns="0" rIns="0" bIns="0" rtlCol="0" anchor="t">
            <a:spAutoFit/>
          </a:bodyPr>
          <a:lstStyle/>
          <a:p>
            <a:pPr marL="0" lvl="0" indent="0" algn="ctr">
              <a:lnSpc>
                <a:spcPts val="7885"/>
              </a:lnSpc>
              <a:spcBef>
                <a:spcPct val="0"/>
              </a:spcBef>
            </a:pPr>
            <a:r>
              <a:rPr lang="en-US" sz="6570" b="1">
                <a:solidFill>
                  <a:srgbClr val="FFFFFF"/>
                </a:solidFill>
                <a:latin typeface="Now Bold" panose="00000800000000000000"/>
                <a:ea typeface="Now Bold" panose="00000800000000000000"/>
                <a:cs typeface="Now Bold" panose="00000800000000000000"/>
                <a:sym typeface="Now Bold" panose="00000800000000000000"/>
              </a:rPr>
              <a:t>STATISTICS</a:t>
            </a:r>
            <a:endParaRPr lang="en-US" sz="6570" b="1">
              <a:solidFill>
                <a:srgbClr val="FFFFFF"/>
              </a:solidFill>
              <a:latin typeface="Now Bold" panose="00000800000000000000"/>
              <a:ea typeface="Now Bold" panose="00000800000000000000"/>
              <a:cs typeface="Now Bold" panose="00000800000000000000"/>
              <a:sym typeface="Now Bold" panose="00000800000000000000"/>
            </a:endParaRPr>
          </a:p>
        </p:txBody>
      </p:sp>
      <p:sp>
        <p:nvSpPr>
          <p:cNvPr id="14" name="TextBox 14"/>
          <p:cNvSpPr txBox="1"/>
          <p:nvPr/>
        </p:nvSpPr>
        <p:spPr>
          <a:xfrm>
            <a:off x="6111966" y="3710415"/>
            <a:ext cx="3727948" cy="1800544"/>
          </a:xfrm>
          <a:prstGeom prst="rect">
            <a:avLst/>
          </a:prstGeom>
        </p:spPr>
        <p:txBody>
          <a:bodyPr lIns="0" tIns="0" rIns="0" bIns="0" rtlCol="0" anchor="t">
            <a:spAutoFit/>
          </a:bodyPr>
          <a:lstStyle/>
          <a:p>
            <a:pPr marL="0" lvl="0" indent="0" algn="l">
              <a:lnSpc>
                <a:spcPts val="2855"/>
              </a:lnSpc>
              <a:spcBef>
                <a:spcPct val="0"/>
              </a:spcBef>
            </a:pPr>
            <a:r>
              <a:rPr lang="en-US" sz="2070" u="none" strike="noStrike">
                <a:solidFill>
                  <a:srgbClr val="FFFFFF"/>
                </a:solidFill>
                <a:latin typeface="DM Sans"/>
                <a:ea typeface="DM Sans"/>
                <a:cs typeface="DM Sans"/>
                <a:sym typeface="DM Sans"/>
              </a:rPr>
              <a:t>Lorem ipsum dolor sit amet, consectetur adipiscing elit. Duis vulputate nulla at ante rhoncus, vel efficitur felis condimentum. Proin odio odio.</a:t>
            </a:r>
            <a:endParaRPr lang="en-US" sz="2070" u="none" strike="noStrike">
              <a:solidFill>
                <a:srgbClr val="FFFFFF"/>
              </a:solidFill>
              <a:latin typeface="DM Sans"/>
              <a:ea typeface="DM Sans"/>
              <a:cs typeface="DM Sans"/>
              <a:sym typeface="DM Sans"/>
            </a:endParaRPr>
          </a:p>
        </p:txBody>
      </p:sp>
      <p:sp>
        <p:nvSpPr>
          <p:cNvPr id="15" name="TextBox 15"/>
          <p:cNvSpPr txBox="1"/>
          <p:nvPr/>
        </p:nvSpPr>
        <p:spPr>
          <a:xfrm>
            <a:off x="6065205" y="6843126"/>
            <a:ext cx="3727948" cy="1800544"/>
          </a:xfrm>
          <a:prstGeom prst="rect">
            <a:avLst/>
          </a:prstGeom>
        </p:spPr>
        <p:txBody>
          <a:bodyPr lIns="0" tIns="0" rIns="0" bIns="0" rtlCol="0" anchor="t">
            <a:spAutoFit/>
          </a:bodyPr>
          <a:lstStyle/>
          <a:p>
            <a:pPr marL="0" lvl="0" indent="0" algn="l">
              <a:lnSpc>
                <a:spcPts val="2855"/>
              </a:lnSpc>
              <a:spcBef>
                <a:spcPct val="0"/>
              </a:spcBef>
            </a:pPr>
            <a:r>
              <a:rPr lang="en-US" sz="2070" u="none" strike="noStrike">
                <a:solidFill>
                  <a:srgbClr val="FFFFFF"/>
                </a:solidFill>
                <a:latin typeface="DM Sans"/>
                <a:ea typeface="DM Sans"/>
                <a:cs typeface="DM Sans"/>
                <a:sym typeface="DM Sans"/>
              </a:rPr>
              <a:t>Lorem ipsum dolor sit amet, consectetur adipiscing elit. Duis vulputate nulla at ante rhoncus, vel efficitur felis condimentum. Proin odio odio.</a:t>
            </a:r>
            <a:endParaRPr lang="en-US" sz="2070" u="none" strike="noStrike">
              <a:solidFill>
                <a:srgbClr val="FFFFFF"/>
              </a:solidFill>
              <a:latin typeface="DM Sans"/>
              <a:ea typeface="DM Sans"/>
              <a:cs typeface="DM Sans"/>
              <a:sym typeface="DM Sans"/>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45DA0"/>
        </a:solidFill>
        <a:effectLst/>
      </p:bgPr>
    </p:bg>
    <p:spTree>
      <p:nvGrpSpPr>
        <p:cNvPr id="1" name=""/>
        <p:cNvGrpSpPr/>
        <p:nvPr/>
      </p:nvGrpSpPr>
      <p:grpSpPr>
        <a:xfrm>
          <a:off x="0" y="0"/>
          <a:ext cx="0" cy="0"/>
          <a:chOff x="0" y="0"/>
          <a:chExt cx="0" cy="0"/>
        </a:xfrm>
      </p:grpSpPr>
      <p:sp>
        <p:nvSpPr>
          <p:cNvPr id="2" name="Freeform 2"/>
          <p:cNvSpPr/>
          <p:nvPr/>
        </p:nvSpPr>
        <p:spPr>
          <a:xfrm>
            <a:off x="-227600" y="0"/>
            <a:ext cx="6279570" cy="10287000"/>
          </a:xfrm>
          <a:custGeom>
            <a:avLst/>
            <a:gdLst/>
            <a:ahLst/>
            <a:cxnLst/>
            <a:rect l="l" t="t" r="r" b="b"/>
            <a:pathLst>
              <a:path w="6279570" h="10287000">
                <a:moveTo>
                  <a:pt x="0" y="0"/>
                </a:moveTo>
                <a:lnTo>
                  <a:pt x="6279571" y="0"/>
                </a:lnTo>
                <a:lnTo>
                  <a:pt x="6279571" y="10287000"/>
                </a:lnTo>
                <a:lnTo>
                  <a:pt x="0" y="10287000"/>
                </a:lnTo>
                <a:lnTo>
                  <a:pt x="0" y="0"/>
                </a:lnTo>
                <a:close/>
              </a:path>
            </a:pathLst>
          </a:custGeom>
          <a:blipFill>
            <a:blip r:embed="rId1"/>
            <a:stretch>
              <a:fillRect t="-901" r="-11111" b="-901"/>
            </a:stretch>
          </a:blipFill>
        </p:spPr>
      </p:sp>
      <p:sp>
        <p:nvSpPr>
          <p:cNvPr id="3" name="Freeform 3"/>
          <p:cNvSpPr/>
          <p:nvPr/>
        </p:nvSpPr>
        <p:spPr>
          <a:xfrm>
            <a:off x="-5993373" y="-5458262"/>
            <a:ext cx="10196686" cy="10196686"/>
          </a:xfrm>
          <a:custGeom>
            <a:avLst/>
            <a:gdLst/>
            <a:ahLst/>
            <a:cxnLst/>
            <a:rect l="l" t="t" r="r" b="b"/>
            <a:pathLst>
              <a:path w="10196686" h="10196686">
                <a:moveTo>
                  <a:pt x="0" y="0"/>
                </a:moveTo>
                <a:lnTo>
                  <a:pt x="10196686" y="0"/>
                </a:lnTo>
                <a:lnTo>
                  <a:pt x="10196686" y="10196685"/>
                </a:lnTo>
                <a:lnTo>
                  <a:pt x="0" y="10196685"/>
                </a:lnTo>
                <a:lnTo>
                  <a:pt x="0" y="0"/>
                </a:lnTo>
                <a:close/>
              </a:path>
            </a:pathLst>
          </a:custGeom>
          <a:blipFill>
            <a:blip r:embed="rId2">
              <a:alphaModFix amt="29000"/>
              <a:extLst>
                <a:ext uri="{96DAC541-7B7A-43D3-8B79-37D633B846F1}">
                  <asvg:svgBlip xmlns:asvg="http://schemas.microsoft.com/office/drawing/2016/SVG/main" r:embed="rId3"/>
                </a:ext>
              </a:extLst>
            </a:blip>
            <a:stretch>
              <a:fillRect/>
            </a:stretch>
          </a:blipFill>
        </p:spPr>
      </p:sp>
      <p:sp>
        <p:nvSpPr>
          <p:cNvPr id="4" name="Freeform 4"/>
          <p:cNvSpPr/>
          <p:nvPr/>
        </p:nvSpPr>
        <p:spPr>
          <a:xfrm>
            <a:off x="14697329" y="6667836"/>
            <a:ext cx="8414387" cy="8414387"/>
          </a:xfrm>
          <a:custGeom>
            <a:avLst/>
            <a:gdLst/>
            <a:ahLst/>
            <a:cxnLst/>
            <a:rect l="l" t="t" r="r" b="b"/>
            <a:pathLst>
              <a:path w="8414387" h="8414387">
                <a:moveTo>
                  <a:pt x="0" y="0"/>
                </a:moveTo>
                <a:lnTo>
                  <a:pt x="8414387" y="0"/>
                </a:lnTo>
                <a:lnTo>
                  <a:pt x="8414387" y="8414387"/>
                </a:lnTo>
                <a:lnTo>
                  <a:pt x="0" y="8414387"/>
                </a:lnTo>
                <a:lnTo>
                  <a:pt x="0" y="0"/>
                </a:lnTo>
                <a:close/>
              </a:path>
            </a:pathLst>
          </a:custGeom>
          <a:blipFill>
            <a:blip r:embed="rId4">
              <a:alphaModFix amt="29000"/>
              <a:extLst>
                <a:ext uri="{96DAC541-7B7A-43D3-8B79-37D633B846F1}">
                  <asvg:svgBlip xmlns:asvg="http://schemas.microsoft.com/office/drawing/2016/SVG/main" r:embed="rId5"/>
                </a:ext>
              </a:extLst>
            </a:blip>
            <a:stretch>
              <a:fillRect/>
            </a:stretch>
          </a:blipFill>
        </p:spPr>
      </p:sp>
      <p:grpSp>
        <p:nvGrpSpPr>
          <p:cNvPr id="5" name="Group 5"/>
          <p:cNvGrpSpPr/>
          <p:nvPr/>
        </p:nvGrpSpPr>
        <p:grpSpPr>
          <a:xfrm rot="0">
            <a:off x="5520658" y="3240029"/>
            <a:ext cx="1142373" cy="1142373"/>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51D40"/>
            </a:solidFill>
          </p:spPr>
        </p:sp>
        <p:sp>
          <p:nvSpPr>
            <p:cNvPr id="7" name="TextBox 7"/>
            <p:cNvSpPr txBox="1"/>
            <p:nvPr/>
          </p:nvSpPr>
          <p:spPr>
            <a:xfrm>
              <a:off x="76200" y="38100"/>
              <a:ext cx="660400" cy="698500"/>
            </a:xfrm>
            <a:prstGeom prst="rect">
              <a:avLst/>
            </a:prstGeom>
          </p:spPr>
          <p:txBody>
            <a:bodyPr lIns="50800" tIns="50800" rIns="50800" bIns="50800" rtlCol="0" anchor="ctr"/>
            <a:lstStyle/>
            <a:p>
              <a:pPr algn="ctr">
                <a:lnSpc>
                  <a:spcPts val="2605"/>
                </a:lnSpc>
              </a:pPr>
            </a:p>
          </p:txBody>
        </p:sp>
      </p:grpSp>
      <p:sp>
        <p:nvSpPr>
          <p:cNvPr id="8" name="TextBox 8"/>
          <p:cNvSpPr txBox="1"/>
          <p:nvPr/>
        </p:nvSpPr>
        <p:spPr>
          <a:xfrm>
            <a:off x="6597011" y="1879014"/>
            <a:ext cx="9879016" cy="725532"/>
          </a:xfrm>
          <a:prstGeom prst="rect">
            <a:avLst/>
          </a:prstGeom>
        </p:spPr>
        <p:txBody>
          <a:bodyPr lIns="0" tIns="0" rIns="0" bIns="0" rtlCol="0" anchor="t">
            <a:spAutoFit/>
          </a:bodyPr>
          <a:lstStyle/>
          <a:p>
            <a:pPr marL="0" lvl="0" indent="0" algn="l">
              <a:lnSpc>
                <a:spcPts val="5720"/>
              </a:lnSpc>
              <a:spcBef>
                <a:spcPct val="0"/>
              </a:spcBef>
            </a:pPr>
            <a:r>
              <a:rPr lang="en-US" sz="4765" b="1">
                <a:solidFill>
                  <a:srgbClr val="FFFFFF"/>
                </a:solidFill>
                <a:latin typeface="Now Bold" panose="00000800000000000000"/>
                <a:ea typeface="Now Bold" panose="00000800000000000000"/>
                <a:cs typeface="Now Bold" panose="00000800000000000000"/>
                <a:sym typeface="Now Bold" panose="00000800000000000000"/>
              </a:rPr>
              <a:t>CONCEPT IN BUSINESS</a:t>
            </a:r>
            <a:endParaRPr lang="en-US" sz="4765" b="1">
              <a:solidFill>
                <a:srgbClr val="FFFFFF"/>
              </a:solidFill>
              <a:latin typeface="Now Bold" panose="00000800000000000000"/>
              <a:ea typeface="Now Bold" panose="00000800000000000000"/>
              <a:cs typeface="Now Bold" panose="00000800000000000000"/>
              <a:sym typeface="Now Bold" panose="00000800000000000000"/>
            </a:endParaRPr>
          </a:p>
        </p:txBody>
      </p:sp>
      <p:sp>
        <p:nvSpPr>
          <p:cNvPr id="9" name="TextBox 9"/>
          <p:cNvSpPr txBox="1"/>
          <p:nvPr/>
        </p:nvSpPr>
        <p:spPr>
          <a:xfrm>
            <a:off x="6830047" y="2933916"/>
            <a:ext cx="4402447" cy="555076"/>
          </a:xfrm>
          <a:prstGeom prst="rect">
            <a:avLst/>
          </a:prstGeom>
        </p:spPr>
        <p:txBody>
          <a:bodyPr lIns="0" tIns="0" rIns="0" bIns="0" rtlCol="0" anchor="t">
            <a:spAutoFit/>
          </a:bodyPr>
          <a:lstStyle/>
          <a:p>
            <a:pPr marL="0" lvl="0" indent="0" algn="l">
              <a:lnSpc>
                <a:spcPts val="4520"/>
              </a:lnSpc>
              <a:spcBef>
                <a:spcPct val="0"/>
              </a:spcBef>
            </a:pPr>
            <a:r>
              <a:rPr lang="en-US" sz="3275" b="1">
                <a:solidFill>
                  <a:srgbClr val="4BD1FB"/>
                </a:solidFill>
                <a:latin typeface="DM Sans Bold"/>
                <a:ea typeface="DM Sans Bold"/>
                <a:cs typeface="DM Sans Bold"/>
                <a:sym typeface="DM Sans Bold"/>
              </a:rPr>
              <a:t>Profitability</a:t>
            </a:r>
            <a:endParaRPr lang="en-US" sz="3275" b="1">
              <a:solidFill>
                <a:srgbClr val="4BD1FB"/>
              </a:solidFill>
              <a:latin typeface="DM Sans Bold"/>
              <a:ea typeface="DM Sans Bold"/>
              <a:cs typeface="DM Sans Bold"/>
              <a:sym typeface="DM Sans Bold"/>
            </a:endParaRPr>
          </a:p>
        </p:txBody>
      </p:sp>
      <p:sp>
        <p:nvSpPr>
          <p:cNvPr id="10" name="TextBox 10"/>
          <p:cNvSpPr txBox="1"/>
          <p:nvPr/>
        </p:nvSpPr>
        <p:spPr>
          <a:xfrm>
            <a:off x="6847387" y="3562737"/>
            <a:ext cx="6015843" cy="980590"/>
          </a:xfrm>
          <a:prstGeom prst="rect">
            <a:avLst/>
          </a:prstGeom>
        </p:spPr>
        <p:txBody>
          <a:bodyPr lIns="0" tIns="0" rIns="0" bIns="0" rtlCol="0" anchor="t">
            <a:spAutoFit/>
          </a:bodyPr>
          <a:lstStyle/>
          <a:p>
            <a:pPr marL="0" lvl="0" indent="0" algn="l">
              <a:lnSpc>
                <a:spcPts val="2665"/>
              </a:lnSpc>
              <a:spcBef>
                <a:spcPct val="0"/>
              </a:spcBef>
            </a:pPr>
            <a:r>
              <a:rPr lang="en-US" sz="1930" u="none" strike="noStrike">
                <a:solidFill>
                  <a:srgbClr val="FFFFFF"/>
                </a:solidFill>
                <a:latin typeface="DM Sans"/>
                <a:ea typeface="DM Sans"/>
                <a:cs typeface="DM Sans"/>
                <a:sym typeface="DM Sans"/>
              </a:rPr>
              <a:t>Lorem ipsum dolor sit amet, consectetur adipiscing elit. Duis vulputate nulla at ante rhoncus, vel efficitur felis condimentum. Proin odio odio.</a:t>
            </a:r>
            <a:endParaRPr lang="en-US" sz="1930" u="none" strike="noStrike">
              <a:solidFill>
                <a:srgbClr val="FFFFFF"/>
              </a:solidFill>
              <a:latin typeface="DM Sans"/>
              <a:ea typeface="DM Sans"/>
              <a:cs typeface="DM Sans"/>
              <a:sym typeface="DM Sans"/>
            </a:endParaRPr>
          </a:p>
        </p:txBody>
      </p:sp>
      <p:sp>
        <p:nvSpPr>
          <p:cNvPr id="11" name="Freeform 11"/>
          <p:cNvSpPr/>
          <p:nvPr/>
        </p:nvSpPr>
        <p:spPr>
          <a:xfrm>
            <a:off x="5725261" y="3453964"/>
            <a:ext cx="733166" cy="714504"/>
          </a:xfrm>
          <a:custGeom>
            <a:avLst/>
            <a:gdLst/>
            <a:ahLst/>
            <a:cxnLst/>
            <a:rect l="l" t="t" r="r" b="b"/>
            <a:pathLst>
              <a:path w="733166" h="714504">
                <a:moveTo>
                  <a:pt x="0" y="0"/>
                </a:moveTo>
                <a:lnTo>
                  <a:pt x="733166" y="0"/>
                </a:lnTo>
                <a:lnTo>
                  <a:pt x="733166" y="714504"/>
                </a:lnTo>
                <a:lnTo>
                  <a:pt x="0" y="714504"/>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grpSp>
        <p:nvGrpSpPr>
          <p:cNvPr id="12" name="Group 12"/>
          <p:cNvGrpSpPr/>
          <p:nvPr/>
        </p:nvGrpSpPr>
        <p:grpSpPr>
          <a:xfrm rot="0">
            <a:off x="5520658" y="5182483"/>
            <a:ext cx="1142373" cy="1142373"/>
            <a:chOff x="0" y="0"/>
            <a:chExt cx="812800" cy="812800"/>
          </a:xfrm>
        </p:grpSpPr>
        <p:sp>
          <p:nvSpPr>
            <p:cNvPr id="13" name="Freeform 1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51D40"/>
            </a:solidFill>
          </p:spPr>
        </p:sp>
        <p:sp>
          <p:nvSpPr>
            <p:cNvPr id="14" name="TextBox 14"/>
            <p:cNvSpPr txBox="1"/>
            <p:nvPr/>
          </p:nvSpPr>
          <p:spPr>
            <a:xfrm>
              <a:off x="76200" y="38100"/>
              <a:ext cx="660400" cy="698500"/>
            </a:xfrm>
            <a:prstGeom prst="rect">
              <a:avLst/>
            </a:prstGeom>
          </p:spPr>
          <p:txBody>
            <a:bodyPr lIns="50800" tIns="50800" rIns="50800" bIns="50800" rtlCol="0" anchor="ctr"/>
            <a:lstStyle/>
            <a:p>
              <a:pPr algn="ctr">
                <a:lnSpc>
                  <a:spcPts val="2605"/>
                </a:lnSpc>
              </a:pPr>
            </a:p>
          </p:txBody>
        </p:sp>
      </p:grpSp>
      <p:sp>
        <p:nvSpPr>
          <p:cNvPr id="15" name="TextBox 15"/>
          <p:cNvSpPr txBox="1"/>
          <p:nvPr/>
        </p:nvSpPr>
        <p:spPr>
          <a:xfrm>
            <a:off x="6830047" y="4876370"/>
            <a:ext cx="4402447" cy="555076"/>
          </a:xfrm>
          <a:prstGeom prst="rect">
            <a:avLst/>
          </a:prstGeom>
        </p:spPr>
        <p:txBody>
          <a:bodyPr lIns="0" tIns="0" rIns="0" bIns="0" rtlCol="0" anchor="t">
            <a:spAutoFit/>
          </a:bodyPr>
          <a:lstStyle/>
          <a:p>
            <a:pPr marL="0" lvl="0" indent="0" algn="l">
              <a:lnSpc>
                <a:spcPts val="4520"/>
              </a:lnSpc>
              <a:spcBef>
                <a:spcPct val="0"/>
              </a:spcBef>
            </a:pPr>
            <a:r>
              <a:rPr lang="en-US" sz="3275" b="1">
                <a:solidFill>
                  <a:srgbClr val="4BD1FB"/>
                </a:solidFill>
                <a:latin typeface="DM Sans Bold"/>
                <a:ea typeface="DM Sans Bold"/>
                <a:cs typeface="DM Sans Bold"/>
                <a:sym typeface="DM Sans Bold"/>
              </a:rPr>
              <a:t>Customer Value</a:t>
            </a:r>
            <a:endParaRPr lang="en-US" sz="3275" b="1">
              <a:solidFill>
                <a:srgbClr val="4BD1FB"/>
              </a:solidFill>
              <a:latin typeface="DM Sans Bold"/>
              <a:ea typeface="DM Sans Bold"/>
              <a:cs typeface="DM Sans Bold"/>
              <a:sym typeface="DM Sans Bold"/>
            </a:endParaRPr>
          </a:p>
        </p:txBody>
      </p:sp>
      <p:sp>
        <p:nvSpPr>
          <p:cNvPr id="16" name="TextBox 16"/>
          <p:cNvSpPr txBox="1"/>
          <p:nvPr/>
        </p:nvSpPr>
        <p:spPr>
          <a:xfrm>
            <a:off x="6847387" y="5505191"/>
            <a:ext cx="6015843" cy="980590"/>
          </a:xfrm>
          <a:prstGeom prst="rect">
            <a:avLst/>
          </a:prstGeom>
        </p:spPr>
        <p:txBody>
          <a:bodyPr lIns="0" tIns="0" rIns="0" bIns="0" rtlCol="0" anchor="t">
            <a:spAutoFit/>
          </a:bodyPr>
          <a:lstStyle/>
          <a:p>
            <a:pPr marL="0" lvl="0" indent="0" algn="l">
              <a:lnSpc>
                <a:spcPts val="2665"/>
              </a:lnSpc>
              <a:spcBef>
                <a:spcPct val="0"/>
              </a:spcBef>
            </a:pPr>
            <a:r>
              <a:rPr lang="en-US" sz="1930" u="none" strike="noStrike">
                <a:solidFill>
                  <a:srgbClr val="FFFFFF"/>
                </a:solidFill>
                <a:latin typeface="DM Sans"/>
                <a:ea typeface="DM Sans"/>
                <a:cs typeface="DM Sans"/>
                <a:sym typeface="DM Sans"/>
              </a:rPr>
              <a:t>Lorem ipsum dolor sit amet, consectetur adipiscing elit. Duis vulputate nulla at ante rhoncus, vel efficitur felis condimentum. Proin odio odio.</a:t>
            </a:r>
            <a:endParaRPr lang="en-US" sz="1930" u="none" strike="noStrike">
              <a:solidFill>
                <a:srgbClr val="FFFFFF"/>
              </a:solidFill>
              <a:latin typeface="DM Sans"/>
              <a:ea typeface="DM Sans"/>
              <a:cs typeface="DM Sans"/>
              <a:sym typeface="DM Sans"/>
            </a:endParaRPr>
          </a:p>
        </p:txBody>
      </p:sp>
      <p:sp>
        <p:nvSpPr>
          <p:cNvPr id="17" name="Freeform 17"/>
          <p:cNvSpPr/>
          <p:nvPr/>
        </p:nvSpPr>
        <p:spPr>
          <a:xfrm>
            <a:off x="5799040" y="5431446"/>
            <a:ext cx="585607" cy="669613"/>
          </a:xfrm>
          <a:custGeom>
            <a:avLst/>
            <a:gdLst/>
            <a:ahLst/>
            <a:cxnLst/>
            <a:rect l="l" t="t" r="r" b="b"/>
            <a:pathLst>
              <a:path w="585607" h="669613">
                <a:moveTo>
                  <a:pt x="0" y="0"/>
                </a:moveTo>
                <a:lnTo>
                  <a:pt x="585608" y="0"/>
                </a:lnTo>
                <a:lnTo>
                  <a:pt x="585608" y="669613"/>
                </a:lnTo>
                <a:lnTo>
                  <a:pt x="0" y="669613"/>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grpSp>
        <p:nvGrpSpPr>
          <p:cNvPr id="18" name="Group 18"/>
          <p:cNvGrpSpPr/>
          <p:nvPr/>
        </p:nvGrpSpPr>
        <p:grpSpPr>
          <a:xfrm rot="0">
            <a:off x="5520658" y="7125268"/>
            <a:ext cx="1142373" cy="1142373"/>
            <a:chOff x="0" y="0"/>
            <a:chExt cx="812800" cy="812800"/>
          </a:xfrm>
        </p:grpSpPr>
        <p:sp>
          <p:nvSpPr>
            <p:cNvPr id="19" name="Freeform 1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51D40"/>
            </a:solidFill>
          </p:spPr>
        </p:sp>
        <p:sp>
          <p:nvSpPr>
            <p:cNvPr id="20" name="TextBox 20"/>
            <p:cNvSpPr txBox="1"/>
            <p:nvPr/>
          </p:nvSpPr>
          <p:spPr>
            <a:xfrm>
              <a:off x="76200" y="38100"/>
              <a:ext cx="660400" cy="698500"/>
            </a:xfrm>
            <a:prstGeom prst="rect">
              <a:avLst/>
            </a:prstGeom>
          </p:spPr>
          <p:txBody>
            <a:bodyPr lIns="50800" tIns="50800" rIns="50800" bIns="50800" rtlCol="0" anchor="ctr"/>
            <a:lstStyle/>
            <a:p>
              <a:pPr algn="ctr">
                <a:lnSpc>
                  <a:spcPts val="2605"/>
                </a:lnSpc>
              </a:pPr>
            </a:p>
          </p:txBody>
        </p:sp>
      </p:grpSp>
      <p:sp>
        <p:nvSpPr>
          <p:cNvPr id="21" name="TextBox 21"/>
          <p:cNvSpPr txBox="1"/>
          <p:nvPr/>
        </p:nvSpPr>
        <p:spPr>
          <a:xfrm>
            <a:off x="6830047" y="6819156"/>
            <a:ext cx="4402447" cy="555076"/>
          </a:xfrm>
          <a:prstGeom prst="rect">
            <a:avLst/>
          </a:prstGeom>
        </p:spPr>
        <p:txBody>
          <a:bodyPr lIns="0" tIns="0" rIns="0" bIns="0" rtlCol="0" anchor="t">
            <a:spAutoFit/>
          </a:bodyPr>
          <a:lstStyle/>
          <a:p>
            <a:pPr marL="0" lvl="0" indent="0" algn="l">
              <a:lnSpc>
                <a:spcPts val="4520"/>
              </a:lnSpc>
              <a:spcBef>
                <a:spcPct val="0"/>
              </a:spcBef>
            </a:pPr>
            <a:r>
              <a:rPr lang="en-US" sz="3275" b="1">
                <a:solidFill>
                  <a:srgbClr val="4BD1FB"/>
                </a:solidFill>
                <a:latin typeface="DM Sans Bold"/>
                <a:ea typeface="DM Sans Bold"/>
                <a:cs typeface="DM Sans Bold"/>
                <a:sym typeface="DM Sans Bold"/>
              </a:rPr>
              <a:t>Innovation</a:t>
            </a:r>
            <a:endParaRPr lang="en-US" sz="3275" b="1">
              <a:solidFill>
                <a:srgbClr val="4BD1FB"/>
              </a:solidFill>
              <a:latin typeface="DM Sans Bold"/>
              <a:ea typeface="DM Sans Bold"/>
              <a:cs typeface="DM Sans Bold"/>
              <a:sym typeface="DM Sans Bold"/>
            </a:endParaRPr>
          </a:p>
        </p:txBody>
      </p:sp>
      <p:sp>
        <p:nvSpPr>
          <p:cNvPr id="22" name="TextBox 22"/>
          <p:cNvSpPr txBox="1"/>
          <p:nvPr/>
        </p:nvSpPr>
        <p:spPr>
          <a:xfrm>
            <a:off x="6847387" y="7447977"/>
            <a:ext cx="6015843" cy="980590"/>
          </a:xfrm>
          <a:prstGeom prst="rect">
            <a:avLst/>
          </a:prstGeom>
        </p:spPr>
        <p:txBody>
          <a:bodyPr lIns="0" tIns="0" rIns="0" bIns="0" rtlCol="0" anchor="t">
            <a:spAutoFit/>
          </a:bodyPr>
          <a:lstStyle/>
          <a:p>
            <a:pPr marL="0" lvl="0" indent="0" algn="l">
              <a:lnSpc>
                <a:spcPts val="2665"/>
              </a:lnSpc>
              <a:spcBef>
                <a:spcPct val="0"/>
              </a:spcBef>
            </a:pPr>
            <a:r>
              <a:rPr lang="en-US" sz="1930" u="none" strike="noStrike">
                <a:solidFill>
                  <a:srgbClr val="FFFFFF"/>
                </a:solidFill>
                <a:latin typeface="DM Sans"/>
                <a:ea typeface="DM Sans"/>
                <a:cs typeface="DM Sans"/>
                <a:sym typeface="DM Sans"/>
              </a:rPr>
              <a:t>Lorem ipsum dolor sit amet, consectetur adipiscing elit. Duis vulputate nulla at ante rhoncus, vel efficitur felis condimentum. Proin odio odio.</a:t>
            </a:r>
            <a:endParaRPr lang="en-US" sz="1930" u="none" strike="noStrike">
              <a:solidFill>
                <a:srgbClr val="FFFFFF"/>
              </a:solidFill>
              <a:latin typeface="DM Sans"/>
              <a:ea typeface="DM Sans"/>
              <a:cs typeface="DM Sans"/>
              <a:sym typeface="DM Sans"/>
            </a:endParaRPr>
          </a:p>
        </p:txBody>
      </p:sp>
      <p:sp>
        <p:nvSpPr>
          <p:cNvPr id="23" name="Freeform 23"/>
          <p:cNvSpPr/>
          <p:nvPr/>
        </p:nvSpPr>
        <p:spPr>
          <a:xfrm>
            <a:off x="5818393" y="7372606"/>
            <a:ext cx="566255" cy="720926"/>
          </a:xfrm>
          <a:custGeom>
            <a:avLst/>
            <a:gdLst/>
            <a:ahLst/>
            <a:cxnLst/>
            <a:rect l="l" t="t" r="r" b="b"/>
            <a:pathLst>
              <a:path w="566255" h="720926">
                <a:moveTo>
                  <a:pt x="0" y="0"/>
                </a:moveTo>
                <a:lnTo>
                  <a:pt x="566255" y="0"/>
                </a:lnTo>
                <a:lnTo>
                  <a:pt x="566255" y="720926"/>
                </a:lnTo>
                <a:lnTo>
                  <a:pt x="0" y="720926"/>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p:cNvGrpSpPr/>
        <p:nvPr/>
      </p:nvGrpSpPr>
      <p:grpSpPr>
        <a:xfrm>
          <a:off x="0" y="0"/>
          <a:ext cx="0" cy="0"/>
          <a:chOff x="0" y="0"/>
          <a:chExt cx="0" cy="0"/>
        </a:xfrm>
      </p:grpSpPr>
      <p:sp>
        <p:nvSpPr>
          <p:cNvPr id="2" name="TextBox 2"/>
          <p:cNvSpPr txBox="1"/>
          <p:nvPr/>
        </p:nvSpPr>
        <p:spPr>
          <a:xfrm>
            <a:off x="1559180" y="2139322"/>
            <a:ext cx="4796714" cy="1935918"/>
          </a:xfrm>
          <a:prstGeom prst="rect">
            <a:avLst/>
          </a:prstGeom>
        </p:spPr>
        <p:txBody>
          <a:bodyPr lIns="0" tIns="0" rIns="0" bIns="0" rtlCol="0" anchor="t">
            <a:spAutoFit/>
          </a:bodyPr>
          <a:lstStyle/>
          <a:p>
            <a:pPr marL="0" lvl="0" indent="0" algn="l">
              <a:lnSpc>
                <a:spcPts val="7710"/>
              </a:lnSpc>
              <a:spcBef>
                <a:spcPct val="0"/>
              </a:spcBef>
            </a:pPr>
            <a:r>
              <a:rPr lang="en-US" sz="6425" b="1">
                <a:solidFill>
                  <a:srgbClr val="56AEFF"/>
                </a:solidFill>
                <a:latin typeface="Now Bold" panose="00000800000000000000"/>
                <a:ea typeface="Now Bold" panose="00000800000000000000"/>
                <a:cs typeface="Now Bold" panose="00000800000000000000"/>
                <a:sym typeface="Now Bold" panose="00000800000000000000"/>
              </a:rPr>
              <a:t>Market Analysis</a:t>
            </a:r>
            <a:endParaRPr lang="en-US" sz="6425" b="1">
              <a:solidFill>
                <a:srgbClr val="56AEFF"/>
              </a:solidFill>
              <a:latin typeface="Now Bold" panose="00000800000000000000"/>
              <a:ea typeface="Now Bold" panose="00000800000000000000"/>
              <a:cs typeface="Now Bold" panose="00000800000000000000"/>
              <a:sym typeface="Now Bold" panose="00000800000000000000"/>
            </a:endParaRPr>
          </a:p>
        </p:txBody>
      </p:sp>
      <p:sp>
        <p:nvSpPr>
          <p:cNvPr id="3" name="Freeform 3"/>
          <p:cNvSpPr/>
          <p:nvPr/>
        </p:nvSpPr>
        <p:spPr>
          <a:xfrm>
            <a:off x="6975317" y="-2198044"/>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r:embed="rId1">
              <a:alphaModFix amt="29000"/>
              <a:extLst>
                <a:ext uri="{96DAC541-7B7A-43D3-8B79-37D633B846F1}">
                  <asvg:svgBlip xmlns:asvg="http://schemas.microsoft.com/office/drawing/2016/SVG/main" r:embed="rId2"/>
                </a:ext>
              </a:extLst>
            </a:blip>
            <a:stretch>
              <a:fillRect/>
            </a:stretch>
          </a:blipFill>
        </p:spPr>
      </p:sp>
      <p:grpSp>
        <p:nvGrpSpPr>
          <p:cNvPr id="4" name="Group 4"/>
          <p:cNvGrpSpPr/>
          <p:nvPr/>
        </p:nvGrpSpPr>
        <p:grpSpPr>
          <a:xfrm rot="0">
            <a:off x="8739304" y="416690"/>
            <a:ext cx="9120246" cy="9453620"/>
            <a:chOff x="0" y="0"/>
            <a:chExt cx="3461888" cy="3588431"/>
          </a:xfrm>
        </p:grpSpPr>
        <p:sp>
          <p:nvSpPr>
            <p:cNvPr id="5" name="Freeform 5"/>
            <p:cNvSpPr/>
            <p:nvPr/>
          </p:nvSpPr>
          <p:spPr>
            <a:xfrm>
              <a:off x="0" y="0"/>
              <a:ext cx="3461888" cy="3588431"/>
            </a:xfrm>
            <a:custGeom>
              <a:avLst/>
              <a:gdLst/>
              <a:ahLst/>
              <a:cxnLst/>
              <a:rect l="l" t="t" r="r" b="b"/>
              <a:pathLst>
                <a:path w="3461888" h="3588431">
                  <a:moveTo>
                    <a:pt x="0" y="0"/>
                  </a:moveTo>
                  <a:lnTo>
                    <a:pt x="3461888" y="0"/>
                  </a:lnTo>
                  <a:lnTo>
                    <a:pt x="3461888" y="3588431"/>
                  </a:lnTo>
                  <a:lnTo>
                    <a:pt x="0" y="3588431"/>
                  </a:lnTo>
                  <a:close/>
                </a:path>
              </a:pathLst>
            </a:custGeom>
            <a:solidFill>
              <a:srgbClr val="FFFFFF"/>
            </a:solidFill>
            <a:ln w="9525" cap="sq">
              <a:solidFill>
                <a:srgbClr val="FFFFFF"/>
              </a:solidFill>
              <a:prstDash val="solid"/>
              <a:miter/>
            </a:ln>
          </p:spPr>
        </p:sp>
        <p:sp>
          <p:nvSpPr>
            <p:cNvPr id="6" name="TextBox 6"/>
            <p:cNvSpPr txBox="1"/>
            <p:nvPr/>
          </p:nvSpPr>
          <p:spPr>
            <a:xfrm>
              <a:off x="0" y="-38100"/>
              <a:ext cx="3461888" cy="3626531"/>
            </a:xfrm>
            <a:prstGeom prst="rect">
              <a:avLst/>
            </a:prstGeom>
          </p:spPr>
          <p:txBody>
            <a:bodyPr lIns="50800" tIns="50800" rIns="50800" bIns="50800" rtlCol="0" anchor="ctr"/>
            <a:lstStyle/>
            <a:p>
              <a:pPr algn="ctr">
                <a:lnSpc>
                  <a:spcPts val="3485"/>
                </a:lnSpc>
              </a:pPr>
            </a:p>
          </p:txBody>
        </p:sp>
      </p:grpSp>
      <p:pic>
        <p:nvPicPr>
          <p:cNvPr id="7" name="Picture 7"/>
          <p:cNvPicPr>
            <a:picLocks noChangeAspect="1"/>
          </p:cNvPicPr>
          <p:nvPr/>
        </p:nvPicPr>
        <p:blipFill>
          <a:blip r:embed="rId3"/>
          <a:stretch>
            <a:fillRect/>
          </a:stretch>
        </p:blipFill>
        <p:spPr>
          <a:xfrm>
            <a:off x="8293334" y="298359"/>
            <a:ext cx="9781054" cy="9690281"/>
          </a:xfrm>
          <a:prstGeom prst="rect">
            <a:avLst/>
          </a:prstGeom>
        </p:spPr>
      </p:pic>
      <p:sp>
        <p:nvSpPr>
          <p:cNvPr id="8" name="TextBox 8"/>
          <p:cNvSpPr txBox="1"/>
          <p:nvPr/>
        </p:nvSpPr>
        <p:spPr>
          <a:xfrm>
            <a:off x="1276216" y="4572468"/>
            <a:ext cx="6259121" cy="2561924"/>
          </a:xfrm>
          <a:prstGeom prst="rect">
            <a:avLst/>
          </a:prstGeom>
        </p:spPr>
        <p:txBody>
          <a:bodyPr lIns="0" tIns="0" rIns="0" bIns="0" rtlCol="0" anchor="t">
            <a:spAutoFit/>
          </a:bodyPr>
          <a:lstStyle/>
          <a:p>
            <a:pPr marL="362585" lvl="1" indent="-181610" algn="l">
              <a:lnSpc>
                <a:spcPts val="2320"/>
              </a:lnSpc>
              <a:buFont typeface="Arial" panose="020B0604020202020204"/>
              <a:buChar char="•"/>
            </a:pPr>
            <a:r>
              <a:rPr lang="en-US" sz="1680" u="none" strike="noStrike">
                <a:solidFill>
                  <a:srgbClr val="FFFFFF"/>
                </a:solidFill>
                <a:latin typeface="DM Sans"/>
                <a:ea typeface="DM Sans"/>
                <a:cs typeface="DM Sans"/>
                <a:sym typeface="DM Sans"/>
              </a:rPr>
              <a:t>Lorem ipsum dolor sit amet, consectetur adipiscing elit. Duis vulputate nulla at ante rhoncus, vel efficitur felis condimentum. Proin odio odio.</a:t>
            </a:r>
            <a:endParaRPr lang="en-US" sz="1680" u="none" strike="noStrike">
              <a:solidFill>
                <a:srgbClr val="FFFFFF"/>
              </a:solidFill>
              <a:latin typeface="DM Sans"/>
              <a:ea typeface="DM Sans"/>
              <a:cs typeface="DM Sans"/>
              <a:sym typeface="DM Sans"/>
            </a:endParaRPr>
          </a:p>
          <a:p>
            <a:pPr algn="l">
              <a:lnSpc>
                <a:spcPts val="2320"/>
              </a:lnSpc>
            </a:pPr>
          </a:p>
          <a:p>
            <a:pPr marL="362585" lvl="1" indent="-181610" algn="l">
              <a:lnSpc>
                <a:spcPts val="2320"/>
              </a:lnSpc>
              <a:buFont typeface="Arial" panose="020B0604020202020204"/>
              <a:buChar char="•"/>
            </a:pPr>
            <a:r>
              <a:rPr lang="en-US" sz="1680" u="none" strike="noStrike">
                <a:solidFill>
                  <a:srgbClr val="FFFFFF"/>
                </a:solidFill>
                <a:latin typeface="DM Sans"/>
                <a:ea typeface="DM Sans"/>
                <a:cs typeface="DM Sans"/>
                <a:sym typeface="DM Sans"/>
              </a:rPr>
              <a:t>Lorem ipsum dolor sit amet, consectetur adipiscing elit. Duis vulputate nulla at ante rhoncus, vel efficitur felis condimentum. Proin odio odio. Duis vulputate nulla at ante rhoncus, vel efficitur felis condimentum. Proin odio odio.</a:t>
            </a:r>
            <a:endParaRPr lang="en-US" sz="1680" u="none" strike="noStrike">
              <a:solidFill>
                <a:srgbClr val="FFFFFF"/>
              </a:solidFill>
              <a:latin typeface="DM Sans"/>
              <a:ea typeface="DM Sans"/>
              <a:cs typeface="DM Sans"/>
              <a:sym typeface="DM Sans"/>
            </a:endParaRPr>
          </a:p>
          <a:p>
            <a:pPr algn="l">
              <a:lnSpc>
                <a:spcPts val="2320"/>
              </a:lnSpc>
            </a:pPr>
          </a:p>
        </p:txBody>
      </p:sp>
      <p:sp>
        <p:nvSpPr>
          <p:cNvPr id="9" name="Freeform 9"/>
          <p:cNvSpPr/>
          <p:nvPr/>
        </p:nvSpPr>
        <p:spPr>
          <a:xfrm>
            <a:off x="-892467" y="8377832"/>
            <a:ext cx="4337366" cy="4337366"/>
          </a:xfrm>
          <a:custGeom>
            <a:avLst/>
            <a:gdLst/>
            <a:ahLst/>
            <a:cxnLst/>
            <a:rect l="l" t="t" r="r" b="b"/>
            <a:pathLst>
              <a:path w="4337366" h="4337366">
                <a:moveTo>
                  <a:pt x="0" y="0"/>
                </a:moveTo>
                <a:lnTo>
                  <a:pt x="4337366" y="0"/>
                </a:lnTo>
                <a:lnTo>
                  <a:pt x="4337366" y="4337366"/>
                </a:lnTo>
                <a:lnTo>
                  <a:pt x="0" y="4337366"/>
                </a:lnTo>
                <a:lnTo>
                  <a:pt x="0" y="0"/>
                </a:lnTo>
                <a:close/>
              </a:path>
            </a:pathLst>
          </a:custGeom>
          <a:blipFill>
            <a:blip r:embed="rId1">
              <a:alphaModFix amt="29000"/>
              <a:extLst>
                <a:ext uri="{96DAC541-7B7A-43D3-8B79-37D633B846F1}">
                  <asvg:svgBlip xmlns:asvg="http://schemas.microsoft.com/office/drawing/2016/SVG/main" r:embed="rId2"/>
                </a:ext>
              </a:extLst>
            </a:blip>
            <a:stretch>
              <a:fillRect/>
            </a:stretch>
          </a:blipFill>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45DA0"/>
        </a:solidFill>
        <a:effectLst/>
      </p:bgPr>
    </p:bg>
    <p:spTree>
      <p:nvGrpSpPr>
        <p:cNvPr id="1" name=""/>
        <p:cNvGrpSpPr/>
        <p:nvPr/>
      </p:nvGrpSpPr>
      <p:grpSpPr>
        <a:xfrm>
          <a:off x="0" y="0"/>
          <a:ext cx="0" cy="0"/>
          <a:chOff x="0" y="0"/>
          <a:chExt cx="0" cy="0"/>
        </a:xfrm>
      </p:grpSpPr>
      <p:sp>
        <p:nvSpPr>
          <p:cNvPr id="2" name="Freeform 2"/>
          <p:cNvSpPr/>
          <p:nvPr/>
        </p:nvSpPr>
        <p:spPr>
          <a:xfrm rot="1313163">
            <a:off x="-4261137" y="6573910"/>
            <a:ext cx="9085628" cy="5368780"/>
          </a:xfrm>
          <a:custGeom>
            <a:avLst/>
            <a:gdLst/>
            <a:ahLst/>
            <a:cxnLst/>
            <a:rect l="l" t="t" r="r" b="b"/>
            <a:pathLst>
              <a:path w="9085628" h="5368780">
                <a:moveTo>
                  <a:pt x="0" y="0"/>
                </a:moveTo>
                <a:lnTo>
                  <a:pt x="9085628" y="0"/>
                </a:lnTo>
                <a:lnTo>
                  <a:pt x="9085628" y="5368780"/>
                </a:lnTo>
                <a:lnTo>
                  <a:pt x="0" y="5368780"/>
                </a:lnTo>
                <a:lnTo>
                  <a:pt x="0" y="0"/>
                </a:lnTo>
                <a:close/>
              </a:path>
            </a:pathLst>
          </a:custGeom>
          <a:blipFill>
            <a:blip r:embed="rId1">
              <a:extLst>
                <a:ext uri="{96DAC541-7B7A-43D3-8B79-37D633B846F1}">
                  <asvg:svgBlip xmlns:asvg="http://schemas.microsoft.com/office/drawing/2016/SVG/main" r:embed="rId2"/>
                </a:ext>
              </a:extLst>
            </a:blip>
            <a:stretch>
              <a:fillRect/>
            </a:stretch>
          </a:blipFill>
        </p:spPr>
      </p:sp>
      <p:sp>
        <p:nvSpPr>
          <p:cNvPr id="3" name="Freeform 3"/>
          <p:cNvSpPr/>
          <p:nvPr/>
        </p:nvSpPr>
        <p:spPr>
          <a:xfrm>
            <a:off x="2267961" y="8412696"/>
            <a:ext cx="4319810" cy="426581"/>
          </a:xfrm>
          <a:custGeom>
            <a:avLst/>
            <a:gdLst/>
            <a:ahLst/>
            <a:cxnLst/>
            <a:rect l="l" t="t" r="r" b="b"/>
            <a:pathLst>
              <a:path w="4319810" h="426581">
                <a:moveTo>
                  <a:pt x="0" y="0"/>
                </a:moveTo>
                <a:lnTo>
                  <a:pt x="4319809" y="0"/>
                </a:lnTo>
                <a:lnTo>
                  <a:pt x="4319809" y="426581"/>
                </a:lnTo>
                <a:lnTo>
                  <a:pt x="0" y="426581"/>
                </a:lnTo>
                <a:lnTo>
                  <a:pt x="0" y="0"/>
                </a:lnTo>
                <a:close/>
              </a:path>
            </a:pathLst>
          </a:custGeom>
          <a:blipFill>
            <a:blip r:embed="rId3"/>
            <a:stretch>
              <a:fillRect t="-99999"/>
            </a:stretch>
          </a:blipFill>
        </p:spPr>
      </p:sp>
      <p:sp>
        <p:nvSpPr>
          <p:cNvPr id="4" name="Freeform 4"/>
          <p:cNvSpPr/>
          <p:nvPr/>
        </p:nvSpPr>
        <p:spPr>
          <a:xfrm>
            <a:off x="6984095" y="8412696"/>
            <a:ext cx="4319810" cy="426581"/>
          </a:xfrm>
          <a:custGeom>
            <a:avLst/>
            <a:gdLst/>
            <a:ahLst/>
            <a:cxnLst/>
            <a:rect l="l" t="t" r="r" b="b"/>
            <a:pathLst>
              <a:path w="4319810" h="426581">
                <a:moveTo>
                  <a:pt x="0" y="0"/>
                </a:moveTo>
                <a:lnTo>
                  <a:pt x="4319810" y="0"/>
                </a:lnTo>
                <a:lnTo>
                  <a:pt x="4319810" y="426581"/>
                </a:lnTo>
                <a:lnTo>
                  <a:pt x="0" y="426581"/>
                </a:lnTo>
                <a:lnTo>
                  <a:pt x="0" y="0"/>
                </a:lnTo>
                <a:close/>
              </a:path>
            </a:pathLst>
          </a:custGeom>
          <a:blipFill>
            <a:blip r:embed="rId3"/>
            <a:stretch>
              <a:fillRect t="-99999"/>
            </a:stretch>
          </a:blipFill>
        </p:spPr>
      </p:sp>
      <p:sp>
        <p:nvSpPr>
          <p:cNvPr id="5" name="Freeform 5"/>
          <p:cNvSpPr/>
          <p:nvPr/>
        </p:nvSpPr>
        <p:spPr>
          <a:xfrm>
            <a:off x="11703955" y="8412696"/>
            <a:ext cx="4319810" cy="426581"/>
          </a:xfrm>
          <a:custGeom>
            <a:avLst/>
            <a:gdLst/>
            <a:ahLst/>
            <a:cxnLst/>
            <a:rect l="l" t="t" r="r" b="b"/>
            <a:pathLst>
              <a:path w="4319810" h="426581">
                <a:moveTo>
                  <a:pt x="0" y="0"/>
                </a:moveTo>
                <a:lnTo>
                  <a:pt x="4319809" y="0"/>
                </a:lnTo>
                <a:lnTo>
                  <a:pt x="4319809" y="426581"/>
                </a:lnTo>
                <a:lnTo>
                  <a:pt x="0" y="426581"/>
                </a:lnTo>
                <a:lnTo>
                  <a:pt x="0" y="0"/>
                </a:lnTo>
                <a:close/>
              </a:path>
            </a:pathLst>
          </a:custGeom>
          <a:blipFill>
            <a:blip r:embed="rId3"/>
            <a:stretch>
              <a:fillRect t="-99999"/>
            </a:stretch>
          </a:blipFill>
        </p:spPr>
      </p:sp>
      <p:grpSp>
        <p:nvGrpSpPr>
          <p:cNvPr id="6" name="Group 6"/>
          <p:cNvGrpSpPr/>
          <p:nvPr/>
        </p:nvGrpSpPr>
        <p:grpSpPr>
          <a:xfrm rot="0">
            <a:off x="2290722" y="4206681"/>
            <a:ext cx="4297048" cy="4206015"/>
            <a:chOff x="0" y="0"/>
            <a:chExt cx="1131733" cy="1107757"/>
          </a:xfrm>
        </p:grpSpPr>
        <p:sp>
          <p:nvSpPr>
            <p:cNvPr id="7" name="Freeform 7"/>
            <p:cNvSpPr/>
            <p:nvPr/>
          </p:nvSpPr>
          <p:spPr>
            <a:xfrm>
              <a:off x="0" y="0"/>
              <a:ext cx="1131733" cy="1107757"/>
            </a:xfrm>
            <a:custGeom>
              <a:avLst/>
              <a:gdLst/>
              <a:ahLst/>
              <a:cxnLst/>
              <a:rect l="l" t="t" r="r" b="b"/>
              <a:pathLst>
                <a:path w="1131733" h="1107757">
                  <a:moveTo>
                    <a:pt x="0" y="0"/>
                  </a:moveTo>
                  <a:lnTo>
                    <a:pt x="1131733" y="0"/>
                  </a:lnTo>
                  <a:lnTo>
                    <a:pt x="1131733" y="1107757"/>
                  </a:lnTo>
                  <a:lnTo>
                    <a:pt x="0" y="1107757"/>
                  </a:lnTo>
                  <a:close/>
                </a:path>
              </a:pathLst>
            </a:custGeom>
            <a:solidFill>
              <a:srgbClr val="CFF4FF"/>
            </a:solidFill>
            <a:ln w="19050" cap="sq">
              <a:solidFill>
                <a:srgbClr val="FFFFFF"/>
              </a:solidFill>
              <a:prstDash val="solid"/>
              <a:miter/>
            </a:ln>
          </p:spPr>
        </p:sp>
        <p:sp>
          <p:nvSpPr>
            <p:cNvPr id="8" name="TextBox 8"/>
            <p:cNvSpPr txBox="1"/>
            <p:nvPr/>
          </p:nvSpPr>
          <p:spPr>
            <a:xfrm>
              <a:off x="0" y="-38100"/>
              <a:ext cx="1131733" cy="1145857"/>
            </a:xfrm>
            <a:prstGeom prst="rect">
              <a:avLst/>
            </a:prstGeom>
          </p:spPr>
          <p:txBody>
            <a:bodyPr lIns="50800" tIns="50800" rIns="50800" bIns="50800" rtlCol="0" anchor="ctr"/>
            <a:lstStyle/>
            <a:p>
              <a:pPr algn="ctr">
                <a:lnSpc>
                  <a:spcPts val="2605"/>
                </a:lnSpc>
              </a:pPr>
            </a:p>
          </p:txBody>
        </p:sp>
      </p:grpSp>
      <p:grpSp>
        <p:nvGrpSpPr>
          <p:cNvPr id="9" name="Group 9"/>
          <p:cNvGrpSpPr/>
          <p:nvPr/>
        </p:nvGrpSpPr>
        <p:grpSpPr>
          <a:xfrm rot="0">
            <a:off x="6993607" y="4206681"/>
            <a:ext cx="4297048" cy="4206015"/>
            <a:chOff x="0" y="0"/>
            <a:chExt cx="1131733" cy="1107757"/>
          </a:xfrm>
        </p:grpSpPr>
        <p:sp>
          <p:nvSpPr>
            <p:cNvPr id="10" name="Freeform 10"/>
            <p:cNvSpPr/>
            <p:nvPr/>
          </p:nvSpPr>
          <p:spPr>
            <a:xfrm>
              <a:off x="0" y="0"/>
              <a:ext cx="1131733" cy="1107757"/>
            </a:xfrm>
            <a:custGeom>
              <a:avLst/>
              <a:gdLst/>
              <a:ahLst/>
              <a:cxnLst/>
              <a:rect l="l" t="t" r="r" b="b"/>
              <a:pathLst>
                <a:path w="1131733" h="1107757">
                  <a:moveTo>
                    <a:pt x="0" y="0"/>
                  </a:moveTo>
                  <a:lnTo>
                    <a:pt x="1131733" y="0"/>
                  </a:lnTo>
                  <a:lnTo>
                    <a:pt x="1131733" y="1107757"/>
                  </a:lnTo>
                  <a:lnTo>
                    <a:pt x="0" y="1107757"/>
                  </a:lnTo>
                  <a:close/>
                </a:path>
              </a:pathLst>
            </a:custGeom>
            <a:solidFill>
              <a:srgbClr val="CFF4FF"/>
            </a:solidFill>
            <a:ln w="19050" cap="sq">
              <a:solidFill>
                <a:srgbClr val="FFFFFF"/>
              </a:solidFill>
              <a:prstDash val="solid"/>
              <a:miter/>
            </a:ln>
          </p:spPr>
        </p:sp>
        <p:sp>
          <p:nvSpPr>
            <p:cNvPr id="11" name="TextBox 11"/>
            <p:cNvSpPr txBox="1"/>
            <p:nvPr/>
          </p:nvSpPr>
          <p:spPr>
            <a:xfrm>
              <a:off x="0" y="-38100"/>
              <a:ext cx="1131733" cy="1145857"/>
            </a:xfrm>
            <a:prstGeom prst="rect">
              <a:avLst/>
            </a:prstGeom>
          </p:spPr>
          <p:txBody>
            <a:bodyPr lIns="50800" tIns="50800" rIns="50800" bIns="50800" rtlCol="0" anchor="ctr"/>
            <a:lstStyle/>
            <a:p>
              <a:pPr algn="ctr">
                <a:lnSpc>
                  <a:spcPts val="2605"/>
                </a:lnSpc>
              </a:pPr>
            </a:p>
          </p:txBody>
        </p:sp>
      </p:grpSp>
      <p:grpSp>
        <p:nvGrpSpPr>
          <p:cNvPr id="12" name="Group 12"/>
          <p:cNvGrpSpPr/>
          <p:nvPr/>
        </p:nvGrpSpPr>
        <p:grpSpPr>
          <a:xfrm rot="0">
            <a:off x="11700230" y="4206681"/>
            <a:ext cx="4297048" cy="4206015"/>
            <a:chOff x="0" y="0"/>
            <a:chExt cx="1131733" cy="1107757"/>
          </a:xfrm>
        </p:grpSpPr>
        <p:sp>
          <p:nvSpPr>
            <p:cNvPr id="13" name="Freeform 13"/>
            <p:cNvSpPr/>
            <p:nvPr/>
          </p:nvSpPr>
          <p:spPr>
            <a:xfrm>
              <a:off x="0" y="0"/>
              <a:ext cx="1131733" cy="1107757"/>
            </a:xfrm>
            <a:custGeom>
              <a:avLst/>
              <a:gdLst/>
              <a:ahLst/>
              <a:cxnLst/>
              <a:rect l="l" t="t" r="r" b="b"/>
              <a:pathLst>
                <a:path w="1131733" h="1107757">
                  <a:moveTo>
                    <a:pt x="0" y="0"/>
                  </a:moveTo>
                  <a:lnTo>
                    <a:pt x="1131733" y="0"/>
                  </a:lnTo>
                  <a:lnTo>
                    <a:pt x="1131733" y="1107757"/>
                  </a:lnTo>
                  <a:lnTo>
                    <a:pt x="0" y="1107757"/>
                  </a:lnTo>
                  <a:close/>
                </a:path>
              </a:pathLst>
            </a:custGeom>
            <a:solidFill>
              <a:srgbClr val="CFF4FF"/>
            </a:solidFill>
            <a:ln w="19050" cap="sq">
              <a:solidFill>
                <a:srgbClr val="FFFFFF"/>
              </a:solidFill>
              <a:prstDash val="solid"/>
              <a:miter/>
            </a:ln>
          </p:spPr>
        </p:sp>
        <p:sp>
          <p:nvSpPr>
            <p:cNvPr id="14" name="TextBox 14"/>
            <p:cNvSpPr txBox="1"/>
            <p:nvPr/>
          </p:nvSpPr>
          <p:spPr>
            <a:xfrm>
              <a:off x="0" y="-38100"/>
              <a:ext cx="1131733" cy="1145857"/>
            </a:xfrm>
            <a:prstGeom prst="rect">
              <a:avLst/>
            </a:prstGeom>
          </p:spPr>
          <p:txBody>
            <a:bodyPr lIns="50800" tIns="50800" rIns="50800" bIns="50800" rtlCol="0" anchor="ctr"/>
            <a:lstStyle/>
            <a:p>
              <a:pPr algn="ctr">
                <a:lnSpc>
                  <a:spcPts val="2605"/>
                </a:lnSpc>
              </a:pPr>
            </a:p>
          </p:txBody>
        </p:sp>
      </p:grpSp>
      <p:sp>
        <p:nvSpPr>
          <p:cNvPr id="15" name="Freeform 15"/>
          <p:cNvSpPr/>
          <p:nvPr/>
        </p:nvSpPr>
        <p:spPr>
          <a:xfrm rot="1313163">
            <a:off x="14330817" y="-1655690"/>
            <a:ext cx="9085628" cy="5368780"/>
          </a:xfrm>
          <a:custGeom>
            <a:avLst/>
            <a:gdLst/>
            <a:ahLst/>
            <a:cxnLst/>
            <a:rect l="l" t="t" r="r" b="b"/>
            <a:pathLst>
              <a:path w="9085628" h="5368780">
                <a:moveTo>
                  <a:pt x="0" y="0"/>
                </a:moveTo>
                <a:lnTo>
                  <a:pt x="9085629" y="0"/>
                </a:lnTo>
                <a:lnTo>
                  <a:pt x="9085629" y="5368780"/>
                </a:lnTo>
                <a:lnTo>
                  <a:pt x="0" y="5368780"/>
                </a:lnTo>
                <a:lnTo>
                  <a:pt x="0" y="0"/>
                </a:lnTo>
                <a:close/>
              </a:path>
            </a:pathLst>
          </a:custGeom>
          <a:blipFill>
            <a:blip r:embed="rId1">
              <a:extLst>
                <a:ext uri="{96DAC541-7B7A-43D3-8B79-37D633B846F1}">
                  <asvg:svgBlip xmlns:asvg="http://schemas.microsoft.com/office/drawing/2016/SVG/main" r:embed="rId2"/>
                </a:ext>
              </a:extLst>
            </a:blip>
            <a:stretch>
              <a:fillRect/>
            </a:stretch>
          </a:blipFill>
        </p:spPr>
      </p:sp>
      <p:sp>
        <p:nvSpPr>
          <p:cNvPr id="16" name="TextBox 16"/>
          <p:cNvSpPr txBox="1"/>
          <p:nvPr/>
        </p:nvSpPr>
        <p:spPr>
          <a:xfrm>
            <a:off x="5045356" y="1718581"/>
            <a:ext cx="8197288" cy="818374"/>
          </a:xfrm>
          <a:prstGeom prst="rect">
            <a:avLst/>
          </a:prstGeom>
        </p:spPr>
        <p:txBody>
          <a:bodyPr lIns="0" tIns="0" rIns="0" bIns="0" rtlCol="0" anchor="t">
            <a:spAutoFit/>
          </a:bodyPr>
          <a:lstStyle/>
          <a:p>
            <a:pPr marL="0" lvl="0" indent="0" algn="ctr">
              <a:lnSpc>
                <a:spcPts val="6450"/>
              </a:lnSpc>
              <a:spcBef>
                <a:spcPct val="0"/>
              </a:spcBef>
            </a:pPr>
            <a:r>
              <a:rPr lang="en-US" sz="5375" b="1">
                <a:solidFill>
                  <a:srgbClr val="FFFFFF"/>
                </a:solidFill>
                <a:latin typeface="Now Bold" panose="00000800000000000000"/>
                <a:ea typeface="Now Bold" panose="00000800000000000000"/>
                <a:cs typeface="Now Bold" panose="00000800000000000000"/>
                <a:sym typeface="Now Bold" panose="00000800000000000000"/>
              </a:rPr>
              <a:t>NEXT PROJECT</a:t>
            </a:r>
            <a:endParaRPr lang="en-US" sz="5375" b="1">
              <a:solidFill>
                <a:srgbClr val="FFFFFF"/>
              </a:solidFill>
              <a:latin typeface="Now Bold" panose="00000800000000000000"/>
              <a:ea typeface="Now Bold" panose="00000800000000000000"/>
              <a:cs typeface="Now Bold" panose="00000800000000000000"/>
              <a:sym typeface="Now Bold" panose="00000800000000000000"/>
            </a:endParaRPr>
          </a:p>
        </p:txBody>
      </p:sp>
      <p:sp>
        <p:nvSpPr>
          <p:cNvPr id="17" name="TextBox 17"/>
          <p:cNvSpPr txBox="1"/>
          <p:nvPr/>
        </p:nvSpPr>
        <p:spPr>
          <a:xfrm>
            <a:off x="3843721" y="2641730"/>
            <a:ext cx="10596820" cy="790806"/>
          </a:xfrm>
          <a:prstGeom prst="rect">
            <a:avLst/>
          </a:prstGeom>
        </p:spPr>
        <p:txBody>
          <a:bodyPr lIns="0" tIns="0" rIns="0" bIns="0" rtlCol="0" anchor="t">
            <a:spAutoFit/>
          </a:bodyPr>
          <a:lstStyle/>
          <a:p>
            <a:pPr marL="0" lvl="0" indent="0" algn="ctr">
              <a:lnSpc>
                <a:spcPts val="3235"/>
              </a:lnSpc>
              <a:spcBef>
                <a:spcPct val="0"/>
              </a:spcBef>
            </a:pPr>
            <a:r>
              <a:rPr lang="en-US" sz="2345">
                <a:solidFill>
                  <a:srgbClr val="FFFFFF"/>
                </a:solidFill>
                <a:latin typeface="DM Sans"/>
                <a:ea typeface="DM Sans"/>
                <a:cs typeface="DM Sans"/>
                <a:sym typeface="DM Sans"/>
              </a:rPr>
              <a:t>Lorem ipsum dolor sit amet, consectetur adipiscing elit. Duis vulputate nulla at ante rhoncus, vel efficitur felis condimentum. Proin odio odio.</a:t>
            </a:r>
            <a:endParaRPr lang="en-US" sz="2345">
              <a:solidFill>
                <a:srgbClr val="FFFFFF"/>
              </a:solidFill>
              <a:latin typeface="DM Sans"/>
              <a:ea typeface="DM Sans"/>
              <a:cs typeface="DM Sans"/>
              <a:sym typeface="DM Sans"/>
            </a:endParaRPr>
          </a:p>
        </p:txBody>
      </p:sp>
      <p:sp>
        <p:nvSpPr>
          <p:cNvPr id="18" name="TextBox 18"/>
          <p:cNvSpPr txBox="1"/>
          <p:nvPr/>
        </p:nvSpPr>
        <p:spPr>
          <a:xfrm>
            <a:off x="2711792" y="6262377"/>
            <a:ext cx="3432147" cy="385572"/>
          </a:xfrm>
          <a:prstGeom prst="rect">
            <a:avLst/>
          </a:prstGeom>
        </p:spPr>
        <p:txBody>
          <a:bodyPr lIns="0" tIns="0" rIns="0" bIns="0" rtlCol="0" anchor="t">
            <a:spAutoFit/>
          </a:bodyPr>
          <a:lstStyle/>
          <a:p>
            <a:pPr marL="0" lvl="0" indent="0" algn="ctr">
              <a:lnSpc>
                <a:spcPts val="3175"/>
              </a:lnSpc>
              <a:spcBef>
                <a:spcPct val="0"/>
              </a:spcBef>
            </a:pPr>
            <a:r>
              <a:rPr lang="en-US" sz="2300" b="1">
                <a:solidFill>
                  <a:srgbClr val="0071C9"/>
                </a:solidFill>
                <a:latin typeface="DM Sans Bold"/>
                <a:ea typeface="DM Sans Bold"/>
                <a:cs typeface="DM Sans Bold"/>
                <a:sym typeface="DM Sans Bold"/>
              </a:rPr>
              <a:t>Project 1</a:t>
            </a:r>
            <a:endParaRPr lang="en-US" sz="2300" b="1">
              <a:solidFill>
                <a:srgbClr val="0071C9"/>
              </a:solidFill>
              <a:latin typeface="DM Sans Bold"/>
              <a:ea typeface="DM Sans Bold"/>
              <a:cs typeface="DM Sans Bold"/>
              <a:sym typeface="DM Sans Bold"/>
            </a:endParaRPr>
          </a:p>
        </p:txBody>
      </p:sp>
      <p:sp>
        <p:nvSpPr>
          <p:cNvPr id="19" name="TextBox 19"/>
          <p:cNvSpPr txBox="1"/>
          <p:nvPr/>
        </p:nvSpPr>
        <p:spPr>
          <a:xfrm>
            <a:off x="7543627" y="6762249"/>
            <a:ext cx="3200745" cy="1367849"/>
          </a:xfrm>
          <a:prstGeom prst="rect">
            <a:avLst/>
          </a:prstGeom>
        </p:spPr>
        <p:txBody>
          <a:bodyPr lIns="0" tIns="0" rIns="0" bIns="0" rtlCol="0" anchor="t">
            <a:spAutoFit/>
          </a:bodyPr>
          <a:lstStyle/>
          <a:p>
            <a:pPr marL="0" lvl="0" indent="0" algn="ctr">
              <a:lnSpc>
                <a:spcPts val="2170"/>
              </a:lnSpc>
              <a:spcBef>
                <a:spcPct val="0"/>
              </a:spcBef>
            </a:pPr>
            <a:r>
              <a:rPr lang="en-US" sz="1570" u="none" strike="noStrike">
                <a:solidFill>
                  <a:srgbClr val="051D40"/>
                </a:solidFill>
                <a:latin typeface="DM Sans"/>
                <a:ea typeface="DM Sans"/>
                <a:cs typeface="DM Sans"/>
                <a:sym typeface="DM Sans"/>
              </a:rPr>
              <a:t>Lorem ipsum dolor sit amet, consectetur adipiscing elit. Duis vulputate nulla at ante rhoncus, vel efficitur felis condimentum. Proin odio odio.</a:t>
            </a:r>
            <a:endParaRPr lang="en-US" sz="1570" u="none" strike="noStrike">
              <a:solidFill>
                <a:srgbClr val="051D40"/>
              </a:solidFill>
              <a:latin typeface="DM Sans"/>
              <a:ea typeface="DM Sans"/>
              <a:cs typeface="DM Sans"/>
              <a:sym typeface="DM Sans"/>
            </a:endParaRPr>
          </a:p>
        </p:txBody>
      </p:sp>
      <p:sp>
        <p:nvSpPr>
          <p:cNvPr id="20" name="TextBox 20"/>
          <p:cNvSpPr txBox="1"/>
          <p:nvPr/>
        </p:nvSpPr>
        <p:spPr>
          <a:xfrm>
            <a:off x="7946418" y="6262377"/>
            <a:ext cx="2395164" cy="385572"/>
          </a:xfrm>
          <a:prstGeom prst="rect">
            <a:avLst/>
          </a:prstGeom>
        </p:spPr>
        <p:txBody>
          <a:bodyPr lIns="0" tIns="0" rIns="0" bIns="0" rtlCol="0" anchor="t">
            <a:spAutoFit/>
          </a:bodyPr>
          <a:lstStyle/>
          <a:p>
            <a:pPr marL="0" lvl="0" indent="0" algn="ctr">
              <a:lnSpc>
                <a:spcPts val="3175"/>
              </a:lnSpc>
              <a:spcBef>
                <a:spcPct val="0"/>
              </a:spcBef>
            </a:pPr>
            <a:r>
              <a:rPr lang="en-US" sz="2300" b="1">
                <a:solidFill>
                  <a:srgbClr val="F1945B"/>
                </a:solidFill>
                <a:latin typeface="DM Sans Bold"/>
                <a:ea typeface="DM Sans Bold"/>
                <a:cs typeface="DM Sans Bold"/>
                <a:sym typeface="DM Sans Bold"/>
              </a:rPr>
              <a:t>Project 2</a:t>
            </a:r>
            <a:endParaRPr lang="en-US" sz="2300" b="1">
              <a:solidFill>
                <a:srgbClr val="F1945B"/>
              </a:solidFill>
              <a:latin typeface="DM Sans Bold"/>
              <a:ea typeface="DM Sans Bold"/>
              <a:cs typeface="DM Sans Bold"/>
              <a:sym typeface="DM Sans Bold"/>
            </a:endParaRPr>
          </a:p>
        </p:txBody>
      </p:sp>
      <p:sp>
        <p:nvSpPr>
          <p:cNvPr id="21" name="Freeform 21"/>
          <p:cNvSpPr/>
          <p:nvPr/>
        </p:nvSpPr>
        <p:spPr>
          <a:xfrm>
            <a:off x="3728082" y="4615159"/>
            <a:ext cx="1399568" cy="1399568"/>
          </a:xfrm>
          <a:custGeom>
            <a:avLst/>
            <a:gdLst/>
            <a:ahLst/>
            <a:cxnLst/>
            <a:rect l="l" t="t" r="r" b="b"/>
            <a:pathLst>
              <a:path w="1399568" h="1399568">
                <a:moveTo>
                  <a:pt x="0" y="0"/>
                </a:moveTo>
                <a:lnTo>
                  <a:pt x="1399567" y="0"/>
                </a:lnTo>
                <a:lnTo>
                  <a:pt x="1399567" y="1399568"/>
                </a:lnTo>
                <a:lnTo>
                  <a:pt x="0" y="1399568"/>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22" name="Freeform 22"/>
          <p:cNvSpPr/>
          <p:nvPr/>
        </p:nvSpPr>
        <p:spPr>
          <a:xfrm>
            <a:off x="13369571" y="4680294"/>
            <a:ext cx="958365" cy="1334433"/>
          </a:xfrm>
          <a:custGeom>
            <a:avLst/>
            <a:gdLst/>
            <a:ahLst/>
            <a:cxnLst/>
            <a:rect l="l" t="t" r="r" b="b"/>
            <a:pathLst>
              <a:path w="958365" h="1334433">
                <a:moveTo>
                  <a:pt x="0" y="0"/>
                </a:moveTo>
                <a:lnTo>
                  <a:pt x="958365" y="0"/>
                </a:lnTo>
                <a:lnTo>
                  <a:pt x="958365" y="1334433"/>
                </a:lnTo>
                <a:lnTo>
                  <a:pt x="0" y="1334433"/>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23" name="Freeform 23"/>
          <p:cNvSpPr/>
          <p:nvPr/>
        </p:nvSpPr>
        <p:spPr>
          <a:xfrm>
            <a:off x="8400786" y="4507372"/>
            <a:ext cx="1482689" cy="1507355"/>
          </a:xfrm>
          <a:custGeom>
            <a:avLst/>
            <a:gdLst/>
            <a:ahLst/>
            <a:cxnLst/>
            <a:rect l="l" t="t" r="r" b="b"/>
            <a:pathLst>
              <a:path w="1482689" h="1507355">
                <a:moveTo>
                  <a:pt x="0" y="0"/>
                </a:moveTo>
                <a:lnTo>
                  <a:pt x="1482689" y="0"/>
                </a:lnTo>
                <a:lnTo>
                  <a:pt x="1482689" y="1507355"/>
                </a:lnTo>
                <a:lnTo>
                  <a:pt x="0" y="1507355"/>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24" name="TextBox 24"/>
          <p:cNvSpPr txBox="1"/>
          <p:nvPr/>
        </p:nvSpPr>
        <p:spPr>
          <a:xfrm>
            <a:off x="12263487" y="6762249"/>
            <a:ext cx="3200745" cy="1367849"/>
          </a:xfrm>
          <a:prstGeom prst="rect">
            <a:avLst/>
          </a:prstGeom>
        </p:spPr>
        <p:txBody>
          <a:bodyPr lIns="0" tIns="0" rIns="0" bIns="0" rtlCol="0" anchor="t">
            <a:spAutoFit/>
          </a:bodyPr>
          <a:lstStyle/>
          <a:p>
            <a:pPr marL="0" lvl="0" indent="0" algn="ctr">
              <a:lnSpc>
                <a:spcPts val="2170"/>
              </a:lnSpc>
              <a:spcBef>
                <a:spcPct val="0"/>
              </a:spcBef>
            </a:pPr>
            <a:r>
              <a:rPr lang="en-US" sz="1570" u="none" strike="noStrike">
                <a:solidFill>
                  <a:srgbClr val="051D40"/>
                </a:solidFill>
                <a:latin typeface="DM Sans"/>
                <a:ea typeface="DM Sans"/>
                <a:cs typeface="DM Sans"/>
                <a:sym typeface="DM Sans"/>
              </a:rPr>
              <a:t>Lorem ipsum dolor sit amet, consectetur adipiscing elit. Duis vulputate nulla at ante rhoncus, vel efficitur felis condimentum. Proin odio odio.</a:t>
            </a:r>
            <a:endParaRPr lang="en-US" sz="1570" u="none" strike="noStrike">
              <a:solidFill>
                <a:srgbClr val="051D40"/>
              </a:solidFill>
              <a:latin typeface="DM Sans"/>
              <a:ea typeface="DM Sans"/>
              <a:cs typeface="DM Sans"/>
              <a:sym typeface="DM Sans"/>
            </a:endParaRPr>
          </a:p>
        </p:txBody>
      </p:sp>
      <p:sp>
        <p:nvSpPr>
          <p:cNvPr id="25" name="TextBox 25"/>
          <p:cNvSpPr txBox="1"/>
          <p:nvPr/>
        </p:nvSpPr>
        <p:spPr>
          <a:xfrm>
            <a:off x="12666278" y="6262377"/>
            <a:ext cx="2395164" cy="385572"/>
          </a:xfrm>
          <a:prstGeom prst="rect">
            <a:avLst/>
          </a:prstGeom>
        </p:spPr>
        <p:txBody>
          <a:bodyPr lIns="0" tIns="0" rIns="0" bIns="0" rtlCol="0" anchor="t">
            <a:spAutoFit/>
          </a:bodyPr>
          <a:lstStyle/>
          <a:p>
            <a:pPr marL="0" lvl="0" indent="0" algn="ctr">
              <a:lnSpc>
                <a:spcPts val="3175"/>
              </a:lnSpc>
              <a:spcBef>
                <a:spcPct val="0"/>
              </a:spcBef>
            </a:pPr>
            <a:r>
              <a:rPr lang="en-US" sz="2300" b="1">
                <a:solidFill>
                  <a:srgbClr val="39B54A"/>
                </a:solidFill>
                <a:latin typeface="DM Sans Bold"/>
                <a:ea typeface="DM Sans Bold"/>
                <a:cs typeface="DM Sans Bold"/>
                <a:sym typeface="DM Sans Bold"/>
              </a:rPr>
              <a:t>Project 3</a:t>
            </a:r>
            <a:endParaRPr lang="en-US" sz="2300" b="1">
              <a:solidFill>
                <a:srgbClr val="39B54A"/>
              </a:solidFill>
              <a:latin typeface="DM Sans Bold"/>
              <a:ea typeface="DM Sans Bold"/>
              <a:cs typeface="DM Sans Bold"/>
              <a:sym typeface="DM Sans Bold"/>
            </a:endParaRPr>
          </a:p>
        </p:txBody>
      </p:sp>
      <p:sp>
        <p:nvSpPr>
          <p:cNvPr id="26" name="TextBox 26"/>
          <p:cNvSpPr txBox="1"/>
          <p:nvPr/>
        </p:nvSpPr>
        <p:spPr>
          <a:xfrm>
            <a:off x="2840362" y="6762249"/>
            <a:ext cx="3200745" cy="1367849"/>
          </a:xfrm>
          <a:prstGeom prst="rect">
            <a:avLst/>
          </a:prstGeom>
        </p:spPr>
        <p:txBody>
          <a:bodyPr lIns="0" tIns="0" rIns="0" bIns="0" rtlCol="0" anchor="t">
            <a:spAutoFit/>
          </a:bodyPr>
          <a:lstStyle/>
          <a:p>
            <a:pPr marL="0" lvl="0" indent="0" algn="ctr">
              <a:lnSpc>
                <a:spcPts val="2170"/>
              </a:lnSpc>
              <a:spcBef>
                <a:spcPct val="0"/>
              </a:spcBef>
            </a:pPr>
            <a:r>
              <a:rPr lang="en-US" sz="1570" u="none" strike="noStrike">
                <a:solidFill>
                  <a:srgbClr val="051D40"/>
                </a:solidFill>
                <a:latin typeface="DM Sans"/>
                <a:ea typeface="DM Sans"/>
                <a:cs typeface="DM Sans"/>
                <a:sym typeface="DM Sans"/>
              </a:rPr>
              <a:t>Lorem ipsum dolor sit amet, consectetur adipiscing elit. Duis vulputate nulla at ante rhoncus, vel efficitur felis condimentum. Proin odio odio.</a:t>
            </a:r>
            <a:endParaRPr lang="en-US" sz="1570" u="none" strike="noStrike">
              <a:solidFill>
                <a:srgbClr val="051D40"/>
              </a:solidFill>
              <a:latin typeface="DM Sans"/>
              <a:ea typeface="DM Sans"/>
              <a:cs typeface="DM Sans"/>
              <a:sym typeface="DM San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45DA0"/>
        </a:solidFill>
        <a:effectLst/>
      </p:bgPr>
    </p:bg>
    <p:spTree>
      <p:nvGrpSpPr>
        <p:cNvPr id="1" name=""/>
        <p:cNvGrpSpPr/>
        <p:nvPr/>
      </p:nvGrpSpPr>
      <p:grpSpPr>
        <a:xfrm>
          <a:off x="0" y="0"/>
          <a:ext cx="0" cy="0"/>
          <a:chOff x="0" y="0"/>
          <a:chExt cx="0" cy="0"/>
        </a:xfrm>
      </p:grpSpPr>
      <p:grpSp>
        <p:nvGrpSpPr>
          <p:cNvPr id="2" name="Group 2"/>
          <p:cNvGrpSpPr/>
          <p:nvPr/>
        </p:nvGrpSpPr>
        <p:grpSpPr>
          <a:xfrm rot="0">
            <a:off x="4523064" y="3893230"/>
            <a:ext cx="2845162" cy="4381054"/>
            <a:chOff x="0" y="0"/>
            <a:chExt cx="862412" cy="1327963"/>
          </a:xfrm>
        </p:grpSpPr>
        <p:sp>
          <p:nvSpPr>
            <p:cNvPr id="3" name="Freeform 3"/>
            <p:cNvSpPr/>
            <p:nvPr/>
          </p:nvSpPr>
          <p:spPr>
            <a:xfrm>
              <a:off x="0" y="0"/>
              <a:ext cx="862412" cy="1327963"/>
            </a:xfrm>
            <a:custGeom>
              <a:avLst/>
              <a:gdLst/>
              <a:ahLst/>
              <a:cxnLst/>
              <a:rect l="l" t="t" r="r" b="b"/>
              <a:pathLst>
                <a:path w="862412" h="1327963">
                  <a:moveTo>
                    <a:pt x="0" y="0"/>
                  </a:moveTo>
                  <a:lnTo>
                    <a:pt x="862412" y="0"/>
                  </a:lnTo>
                  <a:lnTo>
                    <a:pt x="862412" y="1327963"/>
                  </a:lnTo>
                  <a:lnTo>
                    <a:pt x="0" y="1327963"/>
                  </a:lnTo>
                  <a:close/>
                </a:path>
              </a:pathLst>
            </a:custGeom>
            <a:solidFill>
              <a:srgbClr val="051D40"/>
            </a:solidFill>
            <a:ln cap="sq">
              <a:noFill/>
              <a:prstDash val="solid"/>
              <a:miter/>
            </a:ln>
          </p:spPr>
        </p:sp>
        <p:sp>
          <p:nvSpPr>
            <p:cNvPr id="4" name="TextBox 4"/>
            <p:cNvSpPr txBox="1"/>
            <p:nvPr/>
          </p:nvSpPr>
          <p:spPr>
            <a:xfrm>
              <a:off x="0" y="-47625"/>
              <a:ext cx="862412" cy="1375588"/>
            </a:xfrm>
            <a:prstGeom prst="rect">
              <a:avLst/>
            </a:prstGeom>
          </p:spPr>
          <p:txBody>
            <a:bodyPr lIns="50800" tIns="50800" rIns="50800" bIns="50800" rtlCol="0" anchor="ctr"/>
            <a:lstStyle/>
            <a:p>
              <a:pPr marL="0" lvl="0" indent="0" algn="ctr">
                <a:lnSpc>
                  <a:spcPts val="3360"/>
                </a:lnSpc>
                <a:spcBef>
                  <a:spcPct val="0"/>
                </a:spcBef>
              </a:pPr>
            </a:p>
          </p:txBody>
        </p:sp>
      </p:grpSp>
      <p:grpSp>
        <p:nvGrpSpPr>
          <p:cNvPr id="5" name="Group 5"/>
          <p:cNvGrpSpPr>
            <a:grpSpLocks noChangeAspect="1"/>
          </p:cNvGrpSpPr>
          <p:nvPr/>
        </p:nvGrpSpPr>
        <p:grpSpPr>
          <a:xfrm rot="0">
            <a:off x="4692484" y="4112787"/>
            <a:ext cx="2448475" cy="2438911"/>
            <a:chOff x="0" y="0"/>
            <a:chExt cx="6502400" cy="6477000"/>
          </a:xfrm>
        </p:grpSpPr>
        <p:sp>
          <p:nvSpPr>
            <p:cNvPr id="6" name="Freeform 6"/>
            <p:cNvSpPr/>
            <p:nvPr/>
          </p:nvSpPr>
          <p:spPr>
            <a:xfrm>
              <a:off x="-23042" y="119185"/>
              <a:ext cx="6542159" cy="6244242"/>
            </a:xfrm>
            <a:custGeom>
              <a:avLst/>
              <a:gdLst/>
              <a:ahLst/>
              <a:cxnLst/>
              <a:rect l="l" t="t" r="r" b="b"/>
              <a:pathLst>
                <a:path w="6542159" h="6244242">
                  <a:moveTo>
                    <a:pt x="3271080" y="4996"/>
                  </a:moveTo>
                  <a:cubicBezTo>
                    <a:pt x="2154117" y="0"/>
                    <a:pt x="1119857" y="593026"/>
                    <a:pt x="559929" y="1559521"/>
                  </a:cubicBezTo>
                  <a:cubicBezTo>
                    <a:pt x="0" y="2526015"/>
                    <a:pt x="0" y="3718228"/>
                    <a:pt x="559929" y="4684723"/>
                  </a:cubicBezTo>
                  <a:cubicBezTo>
                    <a:pt x="1119857" y="5651217"/>
                    <a:pt x="2154117" y="6244243"/>
                    <a:pt x="3271080" y="6239248"/>
                  </a:cubicBezTo>
                  <a:cubicBezTo>
                    <a:pt x="4388043" y="6244243"/>
                    <a:pt x="5422303" y="5651217"/>
                    <a:pt x="5982231" y="4684723"/>
                  </a:cubicBezTo>
                  <a:cubicBezTo>
                    <a:pt x="6542160" y="3718229"/>
                    <a:pt x="6542160" y="2526015"/>
                    <a:pt x="5982231" y="1559521"/>
                  </a:cubicBezTo>
                  <a:cubicBezTo>
                    <a:pt x="5422303" y="593027"/>
                    <a:pt x="4388043" y="1"/>
                    <a:pt x="3271080" y="4996"/>
                  </a:cubicBezTo>
                  <a:close/>
                </a:path>
              </a:pathLst>
            </a:custGeom>
            <a:blipFill>
              <a:blip r:embed="rId1"/>
              <a:stretch>
                <a:fillRect l="-24712" r="-24712"/>
              </a:stretch>
            </a:blipFill>
          </p:spPr>
        </p:sp>
        <p:sp>
          <p:nvSpPr>
            <p:cNvPr id="7" name="Freeform 7"/>
            <p:cNvSpPr/>
            <p:nvPr/>
          </p:nvSpPr>
          <p:spPr>
            <a:xfrm>
              <a:off x="73038" y="66269"/>
              <a:ext cx="6350000" cy="6349987"/>
            </a:xfrm>
            <a:custGeom>
              <a:avLst/>
              <a:gdLst/>
              <a:ahLst/>
              <a:cxnLst/>
              <a:rect l="l" t="t" r="r" b="b"/>
              <a:pathLst>
                <a:path w="6350000" h="6349987">
                  <a:moveTo>
                    <a:pt x="3175000" y="6349987"/>
                  </a:moveTo>
                  <a:cubicBezTo>
                    <a:pt x="1424279" y="6349987"/>
                    <a:pt x="0" y="4925733"/>
                    <a:pt x="0" y="3175038"/>
                  </a:cubicBezTo>
                  <a:cubicBezTo>
                    <a:pt x="0" y="1424317"/>
                    <a:pt x="1424292" y="0"/>
                    <a:pt x="3175000" y="0"/>
                  </a:cubicBezTo>
                  <a:cubicBezTo>
                    <a:pt x="4925733" y="0"/>
                    <a:pt x="6350000" y="1424330"/>
                    <a:pt x="6350000" y="3175038"/>
                  </a:cubicBezTo>
                  <a:cubicBezTo>
                    <a:pt x="6350000" y="4925720"/>
                    <a:pt x="4925733" y="6349987"/>
                    <a:pt x="3175000" y="6349987"/>
                  </a:cubicBezTo>
                  <a:close/>
                  <a:moveTo>
                    <a:pt x="3175000" y="115760"/>
                  </a:moveTo>
                  <a:cubicBezTo>
                    <a:pt x="1488135" y="115760"/>
                    <a:pt x="115760" y="1488148"/>
                    <a:pt x="115760" y="3175038"/>
                  </a:cubicBezTo>
                  <a:cubicBezTo>
                    <a:pt x="115760" y="4861915"/>
                    <a:pt x="1488135" y="6234265"/>
                    <a:pt x="3175000" y="6234265"/>
                  </a:cubicBezTo>
                  <a:cubicBezTo>
                    <a:pt x="4861852" y="6234265"/>
                    <a:pt x="6234265" y="4861890"/>
                    <a:pt x="6234265" y="3175038"/>
                  </a:cubicBezTo>
                  <a:cubicBezTo>
                    <a:pt x="6234265" y="1488148"/>
                    <a:pt x="4861852" y="115760"/>
                    <a:pt x="3175000" y="115760"/>
                  </a:cubicBezTo>
                  <a:close/>
                </a:path>
              </a:pathLst>
            </a:custGeom>
            <a:solidFill>
              <a:srgbClr val="56AEFF"/>
            </a:solidFill>
          </p:spPr>
        </p:sp>
      </p:grpSp>
      <p:grpSp>
        <p:nvGrpSpPr>
          <p:cNvPr id="8" name="Group 8"/>
          <p:cNvGrpSpPr/>
          <p:nvPr/>
        </p:nvGrpSpPr>
        <p:grpSpPr>
          <a:xfrm rot="0">
            <a:off x="7721419" y="3893230"/>
            <a:ext cx="2845162" cy="4381054"/>
            <a:chOff x="0" y="0"/>
            <a:chExt cx="862412" cy="1327963"/>
          </a:xfrm>
        </p:grpSpPr>
        <p:sp>
          <p:nvSpPr>
            <p:cNvPr id="9" name="Freeform 9"/>
            <p:cNvSpPr/>
            <p:nvPr/>
          </p:nvSpPr>
          <p:spPr>
            <a:xfrm>
              <a:off x="0" y="0"/>
              <a:ext cx="862412" cy="1327963"/>
            </a:xfrm>
            <a:custGeom>
              <a:avLst/>
              <a:gdLst/>
              <a:ahLst/>
              <a:cxnLst/>
              <a:rect l="l" t="t" r="r" b="b"/>
              <a:pathLst>
                <a:path w="862412" h="1327963">
                  <a:moveTo>
                    <a:pt x="0" y="0"/>
                  </a:moveTo>
                  <a:lnTo>
                    <a:pt x="862412" y="0"/>
                  </a:lnTo>
                  <a:lnTo>
                    <a:pt x="862412" y="1327963"/>
                  </a:lnTo>
                  <a:lnTo>
                    <a:pt x="0" y="1327963"/>
                  </a:lnTo>
                  <a:close/>
                </a:path>
              </a:pathLst>
            </a:custGeom>
            <a:solidFill>
              <a:srgbClr val="051D40"/>
            </a:solidFill>
            <a:ln cap="sq">
              <a:noFill/>
              <a:prstDash val="solid"/>
              <a:miter/>
            </a:ln>
          </p:spPr>
        </p:sp>
        <p:sp>
          <p:nvSpPr>
            <p:cNvPr id="10" name="TextBox 10"/>
            <p:cNvSpPr txBox="1"/>
            <p:nvPr/>
          </p:nvSpPr>
          <p:spPr>
            <a:xfrm>
              <a:off x="0" y="-47625"/>
              <a:ext cx="862412" cy="1375588"/>
            </a:xfrm>
            <a:prstGeom prst="rect">
              <a:avLst/>
            </a:prstGeom>
          </p:spPr>
          <p:txBody>
            <a:bodyPr lIns="50800" tIns="50800" rIns="50800" bIns="50800" rtlCol="0" anchor="ctr"/>
            <a:lstStyle/>
            <a:p>
              <a:pPr marL="0" lvl="0" indent="0" algn="ctr">
                <a:lnSpc>
                  <a:spcPts val="3360"/>
                </a:lnSpc>
                <a:spcBef>
                  <a:spcPct val="0"/>
                </a:spcBef>
              </a:pPr>
            </a:p>
          </p:txBody>
        </p:sp>
      </p:grpSp>
      <p:grpSp>
        <p:nvGrpSpPr>
          <p:cNvPr id="11" name="Group 11"/>
          <p:cNvGrpSpPr>
            <a:grpSpLocks noChangeAspect="1"/>
          </p:cNvGrpSpPr>
          <p:nvPr/>
        </p:nvGrpSpPr>
        <p:grpSpPr>
          <a:xfrm rot="0">
            <a:off x="7890839" y="4112787"/>
            <a:ext cx="2448475" cy="2438911"/>
            <a:chOff x="0" y="0"/>
            <a:chExt cx="6502400" cy="6477000"/>
          </a:xfrm>
        </p:grpSpPr>
        <p:sp>
          <p:nvSpPr>
            <p:cNvPr id="12" name="Freeform 12"/>
            <p:cNvSpPr/>
            <p:nvPr/>
          </p:nvSpPr>
          <p:spPr>
            <a:xfrm>
              <a:off x="-23042" y="119185"/>
              <a:ext cx="6542159" cy="6244242"/>
            </a:xfrm>
            <a:custGeom>
              <a:avLst/>
              <a:gdLst/>
              <a:ahLst/>
              <a:cxnLst/>
              <a:rect l="l" t="t" r="r" b="b"/>
              <a:pathLst>
                <a:path w="6542159" h="6244242">
                  <a:moveTo>
                    <a:pt x="3271080" y="4996"/>
                  </a:moveTo>
                  <a:cubicBezTo>
                    <a:pt x="2154117" y="0"/>
                    <a:pt x="1119857" y="593026"/>
                    <a:pt x="559929" y="1559521"/>
                  </a:cubicBezTo>
                  <a:cubicBezTo>
                    <a:pt x="0" y="2526015"/>
                    <a:pt x="0" y="3718228"/>
                    <a:pt x="559929" y="4684723"/>
                  </a:cubicBezTo>
                  <a:cubicBezTo>
                    <a:pt x="1119857" y="5651217"/>
                    <a:pt x="2154117" y="6244243"/>
                    <a:pt x="3271080" y="6239248"/>
                  </a:cubicBezTo>
                  <a:cubicBezTo>
                    <a:pt x="4388043" y="6244243"/>
                    <a:pt x="5422303" y="5651217"/>
                    <a:pt x="5982231" y="4684723"/>
                  </a:cubicBezTo>
                  <a:cubicBezTo>
                    <a:pt x="6542160" y="3718229"/>
                    <a:pt x="6542160" y="2526015"/>
                    <a:pt x="5982231" y="1559521"/>
                  </a:cubicBezTo>
                  <a:cubicBezTo>
                    <a:pt x="5422303" y="593027"/>
                    <a:pt x="4388043" y="1"/>
                    <a:pt x="3271080" y="4996"/>
                  </a:cubicBezTo>
                  <a:close/>
                </a:path>
              </a:pathLst>
            </a:custGeom>
            <a:blipFill>
              <a:blip r:embed="rId2"/>
              <a:stretch>
                <a:fillRect l="-24712" r="-24712"/>
              </a:stretch>
            </a:blipFill>
          </p:spPr>
        </p:sp>
        <p:sp>
          <p:nvSpPr>
            <p:cNvPr id="13" name="Freeform 13"/>
            <p:cNvSpPr/>
            <p:nvPr/>
          </p:nvSpPr>
          <p:spPr>
            <a:xfrm>
              <a:off x="73038" y="66269"/>
              <a:ext cx="6350000" cy="6349987"/>
            </a:xfrm>
            <a:custGeom>
              <a:avLst/>
              <a:gdLst/>
              <a:ahLst/>
              <a:cxnLst/>
              <a:rect l="l" t="t" r="r" b="b"/>
              <a:pathLst>
                <a:path w="6350000" h="6349987">
                  <a:moveTo>
                    <a:pt x="3175000" y="6349987"/>
                  </a:moveTo>
                  <a:cubicBezTo>
                    <a:pt x="1424279" y="6349987"/>
                    <a:pt x="0" y="4925733"/>
                    <a:pt x="0" y="3175038"/>
                  </a:cubicBezTo>
                  <a:cubicBezTo>
                    <a:pt x="0" y="1424317"/>
                    <a:pt x="1424292" y="0"/>
                    <a:pt x="3175000" y="0"/>
                  </a:cubicBezTo>
                  <a:cubicBezTo>
                    <a:pt x="4925733" y="0"/>
                    <a:pt x="6350000" y="1424330"/>
                    <a:pt x="6350000" y="3175038"/>
                  </a:cubicBezTo>
                  <a:cubicBezTo>
                    <a:pt x="6350000" y="4925720"/>
                    <a:pt x="4925733" y="6349987"/>
                    <a:pt x="3175000" y="6349987"/>
                  </a:cubicBezTo>
                  <a:close/>
                  <a:moveTo>
                    <a:pt x="3175000" y="115760"/>
                  </a:moveTo>
                  <a:cubicBezTo>
                    <a:pt x="1488135" y="115760"/>
                    <a:pt x="115760" y="1488148"/>
                    <a:pt x="115760" y="3175038"/>
                  </a:cubicBezTo>
                  <a:cubicBezTo>
                    <a:pt x="115760" y="4861915"/>
                    <a:pt x="1488135" y="6234265"/>
                    <a:pt x="3175000" y="6234265"/>
                  </a:cubicBezTo>
                  <a:cubicBezTo>
                    <a:pt x="4861852" y="6234265"/>
                    <a:pt x="6234265" y="4861890"/>
                    <a:pt x="6234265" y="3175038"/>
                  </a:cubicBezTo>
                  <a:cubicBezTo>
                    <a:pt x="6234265" y="1488148"/>
                    <a:pt x="4861852" y="115760"/>
                    <a:pt x="3175000" y="115760"/>
                  </a:cubicBezTo>
                  <a:close/>
                </a:path>
              </a:pathLst>
            </a:custGeom>
            <a:solidFill>
              <a:srgbClr val="56AEFF"/>
            </a:solidFill>
          </p:spPr>
        </p:sp>
      </p:grpSp>
      <p:grpSp>
        <p:nvGrpSpPr>
          <p:cNvPr id="14" name="Group 14"/>
          <p:cNvGrpSpPr/>
          <p:nvPr/>
        </p:nvGrpSpPr>
        <p:grpSpPr>
          <a:xfrm rot="0">
            <a:off x="10919774" y="3893230"/>
            <a:ext cx="2845162" cy="4381054"/>
            <a:chOff x="0" y="0"/>
            <a:chExt cx="862412" cy="1327963"/>
          </a:xfrm>
        </p:grpSpPr>
        <p:sp>
          <p:nvSpPr>
            <p:cNvPr id="15" name="Freeform 15"/>
            <p:cNvSpPr/>
            <p:nvPr/>
          </p:nvSpPr>
          <p:spPr>
            <a:xfrm>
              <a:off x="0" y="0"/>
              <a:ext cx="862412" cy="1327963"/>
            </a:xfrm>
            <a:custGeom>
              <a:avLst/>
              <a:gdLst/>
              <a:ahLst/>
              <a:cxnLst/>
              <a:rect l="l" t="t" r="r" b="b"/>
              <a:pathLst>
                <a:path w="862412" h="1327963">
                  <a:moveTo>
                    <a:pt x="0" y="0"/>
                  </a:moveTo>
                  <a:lnTo>
                    <a:pt x="862412" y="0"/>
                  </a:lnTo>
                  <a:lnTo>
                    <a:pt x="862412" y="1327963"/>
                  </a:lnTo>
                  <a:lnTo>
                    <a:pt x="0" y="1327963"/>
                  </a:lnTo>
                  <a:close/>
                </a:path>
              </a:pathLst>
            </a:custGeom>
            <a:solidFill>
              <a:srgbClr val="051D40"/>
            </a:solidFill>
            <a:ln cap="sq">
              <a:noFill/>
              <a:prstDash val="solid"/>
              <a:miter/>
            </a:ln>
          </p:spPr>
        </p:sp>
        <p:sp>
          <p:nvSpPr>
            <p:cNvPr id="16" name="TextBox 16"/>
            <p:cNvSpPr txBox="1"/>
            <p:nvPr/>
          </p:nvSpPr>
          <p:spPr>
            <a:xfrm>
              <a:off x="0" y="-47625"/>
              <a:ext cx="862412" cy="1375588"/>
            </a:xfrm>
            <a:prstGeom prst="rect">
              <a:avLst/>
            </a:prstGeom>
          </p:spPr>
          <p:txBody>
            <a:bodyPr lIns="50800" tIns="50800" rIns="50800" bIns="50800" rtlCol="0" anchor="ctr"/>
            <a:lstStyle/>
            <a:p>
              <a:pPr marL="0" lvl="0" indent="0" algn="ctr">
                <a:lnSpc>
                  <a:spcPts val="3360"/>
                </a:lnSpc>
                <a:spcBef>
                  <a:spcPct val="0"/>
                </a:spcBef>
              </a:pPr>
            </a:p>
          </p:txBody>
        </p:sp>
      </p:grpSp>
      <p:grpSp>
        <p:nvGrpSpPr>
          <p:cNvPr id="17" name="Group 17"/>
          <p:cNvGrpSpPr>
            <a:grpSpLocks noChangeAspect="1"/>
          </p:cNvGrpSpPr>
          <p:nvPr/>
        </p:nvGrpSpPr>
        <p:grpSpPr>
          <a:xfrm rot="0">
            <a:off x="11089194" y="4112787"/>
            <a:ext cx="2448475" cy="2438911"/>
            <a:chOff x="0" y="0"/>
            <a:chExt cx="6502400" cy="6477000"/>
          </a:xfrm>
        </p:grpSpPr>
        <p:sp>
          <p:nvSpPr>
            <p:cNvPr id="18" name="Freeform 18"/>
            <p:cNvSpPr/>
            <p:nvPr/>
          </p:nvSpPr>
          <p:spPr>
            <a:xfrm>
              <a:off x="-23042" y="119185"/>
              <a:ext cx="6542159" cy="6244242"/>
            </a:xfrm>
            <a:custGeom>
              <a:avLst/>
              <a:gdLst/>
              <a:ahLst/>
              <a:cxnLst/>
              <a:rect l="l" t="t" r="r" b="b"/>
              <a:pathLst>
                <a:path w="6542159" h="6244242">
                  <a:moveTo>
                    <a:pt x="3271080" y="4996"/>
                  </a:moveTo>
                  <a:cubicBezTo>
                    <a:pt x="2154117" y="0"/>
                    <a:pt x="1119857" y="593026"/>
                    <a:pt x="559929" y="1559521"/>
                  </a:cubicBezTo>
                  <a:cubicBezTo>
                    <a:pt x="0" y="2526015"/>
                    <a:pt x="0" y="3718228"/>
                    <a:pt x="559929" y="4684723"/>
                  </a:cubicBezTo>
                  <a:cubicBezTo>
                    <a:pt x="1119857" y="5651217"/>
                    <a:pt x="2154117" y="6244243"/>
                    <a:pt x="3271080" y="6239248"/>
                  </a:cubicBezTo>
                  <a:cubicBezTo>
                    <a:pt x="4388043" y="6244243"/>
                    <a:pt x="5422303" y="5651217"/>
                    <a:pt x="5982231" y="4684723"/>
                  </a:cubicBezTo>
                  <a:cubicBezTo>
                    <a:pt x="6542160" y="3718229"/>
                    <a:pt x="6542160" y="2526015"/>
                    <a:pt x="5982231" y="1559521"/>
                  </a:cubicBezTo>
                  <a:cubicBezTo>
                    <a:pt x="5422303" y="593027"/>
                    <a:pt x="4388043" y="1"/>
                    <a:pt x="3271080" y="4996"/>
                  </a:cubicBezTo>
                  <a:close/>
                </a:path>
              </a:pathLst>
            </a:custGeom>
            <a:blipFill>
              <a:blip r:embed="rId3"/>
              <a:stretch>
                <a:fillRect l="223" t="-24999" r="223" b="-24999"/>
              </a:stretch>
            </a:blipFill>
          </p:spPr>
        </p:sp>
        <p:sp>
          <p:nvSpPr>
            <p:cNvPr id="19" name="Freeform 19"/>
            <p:cNvSpPr/>
            <p:nvPr/>
          </p:nvSpPr>
          <p:spPr>
            <a:xfrm>
              <a:off x="73038" y="66269"/>
              <a:ext cx="6350000" cy="6349987"/>
            </a:xfrm>
            <a:custGeom>
              <a:avLst/>
              <a:gdLst/>
              <a:ahLst/>
              <a:cxnLst/>
              <a:rect l="l" t="t" r="r" b="b"/>
              <a:pathLst>
                <a:path w="6350000" h="6349987">
                  <a:moveTo>
                    <a:pt x="3175000" y="6349987"/>
                  </a:moveTo>
                  <a:cubicBezTo>
                    <a:pt x="1424279" y="6349987"/>
                    <a:pt x="0" y="4925733"/>
                    <a:pt x="0" y="3175038"/>
                  </a:cubicBezTo>
                  <a:cubicBezTo>
                    <a:pt x="0" y="1424317"/>
                    <a:pt x="1424292" y="0"/>
                    <a:pt x="3175000" y="0"/>
                  </a:cubicBezTo>
                  <a:cubicBezTo>
                    <a:pt x="4925733" y="0"/>
                    <a:pt x="6350000" y="1424330"/>
                    <a:pt x="6350000" y="3175038"/>
                  </a:cubicBezTo>
                  <a:cubicBezTo>
                    <a:pt x="6350000" y="4925720"/>
                    <a:pt x="4925733" y="6349987"/>
                    <a:pt x="3175000" y="6349987"/>
                  </a:cubicBezTo>
                  <a:close/>
                  <a:moveTo>
                    <a:pt x="3175000" y="115760"/>
                  </a:moveTo>
                  <a:cubicBezTo>
                    <a:pt x="1488135" y="115760"/>
                    <a:pt x="115760" y="1488148"/>
                    <a:pt x="115760" y="3175038"/>
                  </a:cubicBezTo>
                  <a:cubicBezTo>
                    <a:pt x="115760" y="4861915"/>
                    <a:pt x="1488135" y="6234265"/>
                    <a:pt x="3175000" y="6234265"/>
                  </a:cubicBezTo>
                  <a:cubicBezTo>
                    <a:pt x="4861852" y="6234265"/>
                    <a:pt x="6234265" y="4861890"/>
                    <a:pt x="6234265" y="3175038"/>
                  </a:cubicBezTo>
                  <a:cubicBezTo>
                    <a:pt x="6234265" y="1488148"/>
                    <a:pt x="4861852" y="115760"/>
                    <a:pt x="3175000" y="115760"/>
                  </a:cubicBezTo>
                  <a:close/>
                </a:path>
              </a:pathLst>
            </a:custGeom>
            <a:solidFill>
              <a:srgbClr val="56AEFF"/>
            </a:solidFill>
          </p:spPr>
        </p:sp>
      </p:grpSp>
      <p:sp>
        <p:nvSpPr>
          <p:cNvPr id="20" name="Freeform 20"/>
          <p:cNvSpPr/>
          <p:nvPr/>
        </p:nvSpPr>
        <p:spPr>
          <a:xfrm>
            <a:off x="4523064" y="8274283"/>
            <a:ext cx="2845162" cy="301305"/>
          </a:xfrm>
          <a:custGeom>
            <a:avLst/>
            <a:gdLst/>
            <a:ahLst/>
            <a:cxnLst/>
            <a:rect l="l" t="t" r="r" b="b"/>
            <a:pathLst>
              <a:path w="2845162" h="301305">
                <a:moveTo>
                  <a:pt x="0" y="0"/>
                </a:moveTo>
                <a:lnTo>
                  <a:pt x="2845162" y="0"/>
                </a:lnTo>
                <a:lnTo>
                  <a:pt x="2845162" y="301305"/>
                </a:lnTo>
                <a:lnTo>
                  <a:pt x="0" y="301305"/>
                </a:lnTo>
                <a:lnTo>
                  <a:pt x="0" y="0"/>
                </a:lnTo>
                <a:close/>
              </a:path>
            </a:pathLst>
          </a:custGeom>
          <a:blipFill>
            <a:blip r:embed="rId4"/>
            <a:stretch>
              <a:fillRect t="-86495"/>
            </a:stretch>
          </a:blipFill>
        </p:spPr>
      </p:sp>
      <p:sp>
        <p:nvSpPr>
          <p:cNvPr id="21" name="Freeform 21"/>
          <p:cNvSpPr/>
          <p:nvPr/>
        </p:nvSpPr>
        <p:spPr>
          <a:xfrm>
            <a:off x="7721419" y="8274283"/>
            <a:ext cx="2845162" cy="301305"/>
          </a:xfrm>
          <a:custGeom>
            <a:avLst/>
            <a:gdLst/>
            <a:ahLst/>
            <a:cxnLst/>
            <a:rect l="l" t="t" r="r" b="b"/>
            <a:pathLst>
              <a:path w="2845162" h="301305">
                <a:moveTo>
                  <a:pt x="0" y="0"/>
                </a:moveTo>
                <a:lnTo>
                  <a:pt x="2845162" y="0"/>
                </a:lnTo>
                <a:lnTo>
                  <a:pt x="2845162" y="301305"/>
                </a:lnTo>
                <a:lnTo>
                  <a:pt x="0" y="301305"/>
                </a:lnTo>
                <a:lnTo>
                  <a:pt x="0" y="0"/>
                </a:lnTo>
                <a:close/>
              </a:path>
            </a:pathLst>
          </a:custGeom>
          <a:blipFill>
            <a:blip r:embed="rId4"/>
            <a:stretch>
              <a:fillRect t="-86495"/>
            </a:stretch>
          </a:blipFill>
        </p:spPr>
      </p:sp>
      <p:sp>
        <p:nvSpPr>
          <p:cNvPr id="22" name="Freeform 22"/>
          <p:cNvSpPr/>
          <p:nvPr/>
        </p:nvSpPr>
        <p:spPr>
          <a:xfrm>
            <a:off x="10919774" y="8274283"/>
            <a:ext cx="2845162" cy="301305"/>
          </a:xfrm>
          <a:custGeom>
            <a:avLst/>
            <a:gdLst/>
            <a:ahLst/>
            <a:cxnLst/>
            <a:rect l="l" t="t" r="r" b="b"/>
            <a:pathLst>
              <a:path w="2845162" h="301305">
                <a:moveTo>
                  <a:pt x="0" y="0"/>
                </a:moveTo>
                <a:lnTo>
                  <a:pt x="2845162" y="0"/>
                </a:lnTo>
                <a:lnTo>
                  <a:pt x="2845162" y="301305"/>
                </a:lnTo>
                <a:lnTo>
                  <a:pt x="0" y="301305"/>
                </a:lnTo>
                <a:lnTo>
                  <a:pt x="0" y="0"/>
                </a:lnTo>
                <a:close/>
              </a:path>
            </a:pathLst>
          </a:custGeom>
          <a:blipFill>
            <a:blip r:embed="rId4"/>
            <a:stretch>
              <a:fillRect t="-86495"/>
            </a:stretch>
          </a:blipFill>
        </p:spPr>
      </p:sp>
      <p:grpSp>
        <p:nvGrpSpPr>
          <p:cNvPr id="23" name="Group 23"/>
          <p:cNvGrpSpPr/>
          <p:nvPr/>
        </p:nvGrpSpPr>
        <p:grpSpPr>
          <a:xfrm rot="0">
            <a:off x="-690640" y="-1543050"/>
            <a:ext cx="19210521" cy="4453378"/>
            <a:chOff x="0" y="0"/>
            <a:chExt cx="5059561" cy="1172906"/>
          </a:xfrm>
        </p:grpSpPr>
        <p:sp>
          <p:nvSpPr>
            <p:cNvPr id="24" name="Freeform 24"/>
            <p:cNvSpPr/>
            <p:nvPr/>
          </p:nvSpPr>
          <p:spPr>
            <a:xfrm>
              <a:off x="0" y="0"/>
              <a:ext cx="5059561" cy="1172906"/>
            </a:xfrm>
            <a:custGeom>
              <a:avLst/>
              <a:gdLst/>
              <a:ahLst/>
              <a:cxnLst/>
              <a:rect l="l" t="t" r="r" b="b"/>
              <a:pathLst>
                <a:path w="5059561" h="1172906">
                  <a:moveTo>
                    <a:pt x="0" y="0"/>
                  </a:moveTo>
                  <a:lnTo>
                    <a:pt x="5059561" y="0"/>
                  </a:lnTo>
                  <a:lnTo>
                    <a:pt x="5059561" y="1172906"/>
                  </a:lnTo>
                  <a:lnTo>
                    <a:pt x="0" y="1172906"/>
                  </a:lnTo>
                  <a:close/>
                </a:path>
              </a:pathLst>
            </a:custGeom>
            <a:solidFill>
              <a:srgbClr val="051D40"/>
            </a:solidFill>
            <a:ln w="38100" cap="sq">
              <a:solidFill>
                <a:srgbClr val="56AEFF"/>
              </a:solidFill>
              <a:prstDash val="solid"/>
              <a:miter/>
            </a:ln>
          </p:spPr>
        </p:sp>
        <p:sp>
          <p:nvSpPr>
            <p:cNvPr id="25" name="TextBox 25"/>
            <p:cNvSpPr txBox="1"/>
            <p:nvPr/>
          </p:nvSpPr>
          <p:spPr>
            <a:xfrm>
              <a:off x="0" y="-38100"/>
              <a:ext cx="5059561" cy="1211006"/>
            </a:xfrm>
            <a:prstGeom prst="rect">
              <a:avLst/>
            </a:prstGeom>
          </p:spPr>
          <p:txBody>
            <a:bodyPr lIns="50800" tIns="50800" rIns="50800" bIns="50800" rtlCol="0" anchor="ctr"/>
            <a:lstStyle/>
            <a:p>
              <a:pPr algn="ctr">
                <a:lnSpc>
                  <a:spcPts val="2605"/>
                </a:lnSpc>
              </a:pPr>
            </a:p>
          </p:txBody>
        </p:sp>
      </p:grpSp>
      <p:sp>
        <p:nvSpPr>
          <p:cNvPr id="26" name="TextBox 26"/>
          <p:cNvSpPr txBox="1"/>
          <p:nvPr/>
        </p:nvSpPr>
        <p:spPr>
          <a:xfrm>
            <a:off x="3919280" y="1636188"/>
            <a:ext cx="10450651" cy="723900"/>
          </a:xfrm>
          <a:prstGeom prst="rect">
            <a:avLst/>
          </a:prstGeom>
        </p:spPr>
        <p:txBody>
          <a:bodyPr lIns="0" tIns="0" rIns="0" bIns="0" rtlCol="0" anchor="t">
            <a:spAutoFit/>
          </a:bodyPr>
          <a:lstStyle/>
          <a:p>
            <a:pPr marL="0" lvl="0" indent="0" algn="ctr">
              <a:lnSpc>
                <a:spcPts val="5720"/>
              </a:lnSpc>
              <a:spcBef>
                <a:spcPct val="0"/>
              </a:spcBef>
            </a:pPr>
            <a:r>
              <a:rPr lang="en-US" sz="4765" b="1">
                <a:solidFill>
                  <a:srgbClr val="FFFFFF"/>
                </a:solidFill>
                <a:latin typeface="Now Bold" panose="00000800000000000000"/>
                <a:ea typeface="Now Bold" panose="00000800000000000000"/>
                <a:cs typeface="Now Bold" panose="00000800000000000000"/>
                <a:sym typeface="Now Bold" panose="00000800000000000000"/>
              </a:rPr>
              <a:t>OUR TEAM</a:t>
            </a:r>
            <a:endParaRPr lang="en-US" sz="4765" b="1">
              <a:solidFill>
                <a:srgbClr val="FFFFFF"/>
              </a:solidFill>
              <a:latin typeface="Now Bold" panose="00000800000000000000"/>
              <a:ea typeface="Now Bold" panose="00000800000000000000"/>
              <a:cs typeface="Now Bold" panose="00000800000000000000"/>
              <a:sym typeface="Now Bold" panose="00000800000000000000"/>
            </a:endParaRPr>
          </a:p>
        </p:txBody>
      </p:sp>
      <p:sp>
        <p:nvSpPr>
          <p:cNvPr id="27" name="TextBox 27"/>
          <p:cNvSpPr txBox="1"/>
          <p:nvPr/>
        </p:nvSpPr>
        <p:spPr>
          <a:xfrm>
            <a:off x="4670331" y="6730047"/>
            <a:ext cx="2470628" cy="741003"/>
          </a:xfrm>
          <a:prstGeom prst="rect">
            <a:avLst/>
          </a:prstGeom>
        </p:spPr>
        <p:txBody>
          <a:bodyPr lIns="0" tIns="0" rIns="0" bIns="0" rtlCol="0" anchor="t">
            <a:spAutoFit/>
          </a:bodyPr>
          <a:lstStyle/>
          <a:p>
            <a:pPr algn="ctr">
              <a:lnSpc>
                <a:spcPts val="2970"/>
              </a:lnSpc>
            </a:pPr>
            <a:r>
              <a:rPr lang="en-US" sz="2475" spc="123">
                <a:solidFill>
                  <a:srgbClr val="FFFBFB"/>
                </a:solidFill>
                <a:latin typeface="DM Sans"/>
                <a:ea typeface="DM Sans"/>
                <a:cs typeface="DM Sans"/>
                <a:sym typeface="DM Sans"/>
              </a:rPr>
              <a:t>Olivia </a:t>
            </a:r>
            <a:endParaRPr lang="en-US" sz="2475" spc="123">
              <a:solidFill>
                <a:srgbClr val="FFFBFB"/>
              </a:solidFill>
              <a:latin typeface="DM Sans"/>
              <a:ea typeface="DM Sans"/>
              <a:cs typeface="DM Sans"/>
              <a:sym typeface="DM Sans"/>
            </a:endParaRPr>
          </a:p>
          <a:p>
            <a:pPr algn="ctr">
              <a:lnSpc>
                <a:spcPts val="2970"/>
              </a:lnSpc>
            </a:pPr>
            <a:r>
              <a:rPr lang="en-US" sz="2475" spc="123">
                <a:solidFill>
                  <a:srgbClr val="FFFBFB"/>
                </a:solidFill>
                <a:latin typeface="DM Sans"/>
                <a:ea typeface="DM Sans"/>
                <a:cs typeface="DM Sans"/>
                <a:sym typeface="DM Sans"/>
              </a:rPr>
              <a:t>Wilson</a:t>
            </a:r>
            <a:endParaRPr lang="en-US" sz="2475" spc="123">
              <a:solidFill>
                <a:srgbClr val="FFFBFB"/>
              </a:solidFill>
              <a:latin typeface="DM Sans"/>
              <a:ea typeface="DM Sans"/>
              <a:cs typeface="DM Sans"/>
              <a:sym typeface="DM Sans"/>
            </a:endParaRPr>
          </a:p>
        </p:txBody>
      </p:sp>
      <p:sp>
        <p:nvSpPr>
          <p:cNvPr id="28" name="TextBox 28"/>
          <p:cNvSpPr txBox="1"/>
          <p:nvPr/>
        </p:nvSpPr>
        <p:spPr>
          <a:xfrm>
            <a:off x="4864407" y="7632887"/>
            <a:ext cx="2082476" cy="275722"/>
          </a:xfrm>
          <a:prstGeom prst="rect">
            <a:avLst/>
          </a:prstGeom>
        </p:spPr>
        <p:txBody>
          <a:bodyPr lIns="0" tIns="0" rIns="0" bIns="0" rtlCol="0" anchor="t">
            <a:spAutoFit/>
          </a:bodyPr>
          <a:lstStyle/>
          <a:p>
            <a:pPr algn="ctr">
              <a:lnSpc>
                <a:spcPts val="2230"/>
              </a:lnSpc>
            </a:pPr>
            <a:r>
              <a:rPr lang="en-US" sz="1855" spc="92">
                <a:solidFill>
                  <a:srgbClr val="4BD1FB"/>
                </a:solidFill>
                <a:latin typeface="DM Sans"/>
                <a:ea typeface="DM Sans"/>
                <a:cs typeface="DM Sans"/>
                <a:sym typeface="DM Sans"/>
              </a:rPr>
              <a:t>Manager</a:t>
            </a:r>
            <a:endParaRPr lang="en-US" sz="1855" spc="92">
              <a:solidFill>
                <a:srgbClr val="4BD1FB"/>
              </a:solidFill>
              <a:latin typeface="DM Sans"/>
              <a:ea typeface="DM Sans"/>
              <a:cs typeface="DM Sans"/>
              <a:sym typeface="DM Sans"/>
            </a:endParaRPr>
          </a:p>
        </p:txBody>
      </p:sp>
      <p:sp>
        <p:nvSpPr>
          <p:cNvPr id="29" name="TextBox 29"/>
          <p:cNvSpPr txBox="1"/>
          <p:nvPr/>
        </p:nvSpPr>
        <p:spPr>
          <a:xfrm>
            <a:off x="8235227" y="6730047"/>
            <a:ext cx="1817546" cy="741003"/>
          </a:xfrm>
          <a:prstGeom prst="rect">
            <a:avLst/>
          </a:prstGeom>
        </p:spPr>
        <p:txBody>
          <a:bodyPr lIns="0" tIns="0" rIns="0" bIns="0" rtlCol="0" anchor="t">
            <a:spAutoFit/>
          </a:bodyPr>
          <a:lstStyle/>
          <a:p>
            <a:pPr algn="ctr">
              <a:lnSpc>
                <a:spcPts val="2970"/>
              </a:lnSpc>
            </a:pPr>
            <a:r>
              <a:rPr lang="en-US" sz="2475" spc="123">
                <a:solidFill>
                  <a:srgbClr val="FFFBFB"/>
                </a:solidFill>
                <a:latin typeface="DM Sans"/>
                <a:ea typeface="DM Sans"/>
                <a:cs typeface="DM Sans"/>
                <a:sym typeface="DM Sans"/>
              </a:rPr>
              <a:t>Donna Stroupe</a:t>
            </a:r>
            <a:endParaRPr lang="en-US" sz="2475" spc="123">
              <a:solidFill>
                <a:srgbClr val="FFFBFB"/>
              </a:solidFill>
              <a:latin typeface="DM Sans"/>
              <a:ea typeface="DM Sans"/>
              <a:cs typeface="DM Sans"/>
              <a:sym typeface="DM Sans"/>
            </a:endParaRPr>
          </a:p>
        </p:txBody>
      </p:sp>
      <p:sp>
        <p:nvSpPr>
          <p:cNvPr id="30" name="TextBox 30"/>
          <p:cNvSpPr txBox="1"/>
          <p:nvPr/>
        </p:nvSpPr>
        <p:spPr>
          <a:xfrm>
            <a:off x="8062762" y="7632887"/>
            <a:ext cx="2082476" cy="275722"/>
          </a:xfrm>
          <a:prstGeom prst="rect">
            <a:avLst/>
          </a:prstGeom>
        </p:spPr>
        <p:txBody>
          <a:bodyPr lIns="0" tIns="0" rIns="0" bIns="0" rtlCol="0" anchor="t">
            <a:spAutoFit/>
          </a:bodyPr>
          <a:lstStyle/>
          <a:p>
            <a:pPr algn="ctr">
              <a:lnSpc>
                <a:spcPts val="2230"/>
              </a:lnSpc>
            </a:pPr>
            <a:r>
              <a:rPr lang="en-US" sz="1855" spc="92">
                <a:solidFill>
                  <a:srgbClr val="4BD1FB"/>
                </a:solidFill>
                <a:latin typeface="DM Sans"/>
                <a:ea typeface="DM Sans"/>
                <a:cs typeface="DM Sans"/>
                <a:sym typeface="DM Sans"/>
              </a:rPr>
              <a:t>Manager</a:t>
            </a:r>
            <a:endParaRPr lang="en-US" sz="1855" spc="92">
              <a:solidFill>
                <a:srgbClr val="4BD1FB"/>
              </a:solidFill>
              <a:latin typeface="DM Sans"/>
              <a:ea typeface="DM Sans"/>
              <a:cs typeface="DM Sans"/>
              <a:sym typeface="DM Sans"/>
            </a:endParaRPr>
          </a:p>
        </p:txBody>
      </p:sp>
      <p:sp>
        <p:nvSpPr>
          <p:cNvPr id="31" name="TextBox 31"/>
          <p:cNvSpPr txBox="1"/>
          <p:nvPr/>
        </p:nvSpPr>
        <p:spPr>
          <a:xfrm>
            <a:off x="11433582" y="6730047"/>
            <a:ext cx="1817546" cy="741003"/>
          </a:xfrm>
          <a:prstGeom prst="rect">
            <a:avLst/>
          </a:prstGeom>
        </p:spPr>
        <p:txBody>
          <a:bodyPr lIns="0" tIns="0" rIns="0" bIns="0" rtlCol="0" anchor="t">
            <a:spAutoFit/>
          </a:bodyPr>
          <a:lstStyle/>
          <a:p>
            <a:pPr algn="ctr">
              <a:lnSpc>
                <a:spcPts val="2970"/>
              </a:lnSpc>
            </a:pPr>
            <a:r>
              <a:rPr lang="en-US" sz="2475" spc="123">
                <a:solidFill>
                  <a:srgbClr val="FFFBFB"/>
                </a:solidFill>
                <a:latin typeface="DM Sans"/>
                <a:ea typeface="DM Sans"/>
                <a:cs typeface="DM Sans"/>
                <a:sym typeface="DM Sans"/>
              </a:rPr>
              <a:t>Claudia Alves</a:t>
            </a:r>
            <a:endParaRPr lang="en-US" sz="2475" spc="123">
              <a:solidFill>
                <a:srgbClr val="FFFBFB"/>
              </a:solidFill>
              <a:latin typeface="DM Sans"/>
              <a:ea typeface="DM Sans"/>
              <a:cs typeface="DM Sans"/>
              <a:sym typeface="DM Sans"/>
            </a:endParaRPr>
          </a:p>
        </p:txBody>
      </p:sp>
      <p:sp>
        <p:nvSpPr>
          <p:cNvPr id="32" name="TextBox 32"/>
          <p:cNvSpPr txBox="1"/>
          <p:nvPr/>
        </p:nvSpPr>
        <p:spPr>
          <a:xfrm>
            <a:off x="11301117" y="7651993"/>
            <a:ext cx="2082476" cy="275722"/>
          </a:xfrm>
          <a:prstGeom prst="rect">
            <a:avLst/>
          </a:prstGeom>
        </p:spPr>
        <p:txBody>
          <a:bodyPr lIns="0" tIns="0" rIns="0" bIns="0" rtlCol="0" anchor="t">
            <a:spAutoFit/>
          </a:bodyPr>
          <a:lstStyle/>
          <a:p>
            <a:pPr algn="ctr">
              <a:lnSpc>
                <a:spcPts val="2230"/>
              </a:lnSpc>
            </a:pPr>
            <a:r>
              <a:rPr lang="en-US" sz="1855" spc="92">
                <a:solidFill>
                  <a:srgbClr val="4BD1FB"/>
                </a:solidFill>
                <a:latin typeface="DM Sans"/>
                <a:ea typeface="DM Sans"/>
                <a:cs typeface="DM Sans"/>
                <a:sym typeface="DM Sans"/>
              </a:rPr>
              <a:t>Business Head</a:t>
            </a:r>
            <a:endParaRPr lang="en-US" sz="1855" spc="92">
              <a:solidFill>
                <a:srgbClr val="4BD1FB"/>
              </a:solidFill>
              <a:latin typeface="DM Sans"/>
              <a:ea typeface="DM Sans"/>
              <a:cs typeface="DM Sans"/>
              <a:sym typeface="DM Sans"/>
            </a:endParaRPr>
          </a:p>
        </p:txBody>
      </p:sp>
      <p:sp>
        <p:nvSpPr>
          <p:cNvPr id="33" name="Freeform 33"/>
          <p:cNvSpPr/>
          <p:nvPr/>
        </p:nvSpPr>
        <p:spPr>
          <a:xfrm>
            <a:off x="16804754" y="9074551"/>
            <a:ext cx="1715127" cy="1715127"/>
          </a:xfrm>
          <a:custGeom>
            <a:avLst/>
            <a:gdLst/>
            <a:ahLst/>
            <a:cxnLst/>
            <a:rect l="l" t="t" r="r" b="b"/>
            <a:pathLst>
              <a:path w="1715127" h="1715127">
                <a:moveTo>
                  <a:pt x="0" y="0"/>
                </a:moveTo>
                <a:lnTo>
                  <a:pt x="1715127" y="0"/>
                </a:lnTo>
                <a:lnTo>
                  <a:pt x="1715127" y="1715126"/>
                </a:lnTo>
                <a:lnTo>
                  <a:pt x="0" y="1715126"/>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sp>
      <p:sp>
        <p:nvSpPr>
          <p:cNvPr id="34" name="Freeform 34"/>
          <p:cNvSpPr/>
          <p:nvPr/>
        </p:nvSpPr>
        <p:spPr>
          <a:xfrm>
            <a:off x="-363441" y="-390286"/>
            <a:ext cx="1715127" cy="1715127"/>
          </a:xfrm>
          <a:custGeom>
            <a:avLst/>
            <a:gdLst/>
            <a:ahLst/>
            <a:cxnLst/>
            <a:rect l="l" t="t" r="r" b="b"/>
            <a:pathLst>
              <a:path w="1715127" h="1715127">
                <a:moveTo>
                  <a:pt x="0" y="0"/>
                </a:moveTo>
                <a:lnTo>
                  <a:pt x="1715127" y="0"/>
                </a:lnTo>
                <a:lnTo>
                  <a:pt x="1715127" y="1715127"/>
                </a:lnTo>
                <a:lnTo>
                  <a:pt x="0" y="1715127"/>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sp>
      <p:sp>
        <p:nvSpPr>
          <p:cNvPr id="35" name="Freeform 35"/>
          <p:cNvSpPr/>
          <p:nvPr/>
        </p:nvSpPr>
        <p:spPr>
          <a:xfrm>
            <a:off x="14398071" y="-136788"/>
            <a:ext cx="2988937" cy="570615"/>
          </a:xfrm>
          <a:custGeom>
            <a:avLst/>
            <a:gdLst/>
            <a:ahLst/>
            <a:cxnLst/>
            <a:rect l="l" t="t" r="r" b="b"/>
            <a:pathLst>
              <a:path w="2988937" h="570615">
                <a:moveTo>
                  <a:pt x="0" y="0"/>
                </a:moveTo>
                <a:lnTo>
                  <a:pt x="2988938" y="0"/>
                </a:lnTo>
                <a:lnTo>
                  <a:pt x="2988938" y="570616"/>
                </a:lnTo>
                <a:lnTo>
                  <a:pt x="0" y="570616"/>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sp>
      <p:sp>
        <p:nvSpPr>
          <p:cNvPr id="36" name="Freeform 36"/>
          <p:cNvSpPr/>
          <p:nvPr/>
        </p:nvSpPr>
        <p:spPr>
          <a:xfrm>
            <a:off x="900991" y="9922935"/>
            <a:ext cx="2988937" cy="570615"/>
          </a:xfrm>
          <a:custGeom>
            <a:avLst/>
            <a:gdLst/>
            <a:ahLst/>
            <a:cxnLst/>
            <a:rect l="l" t="t" r="r" b="b"/>
            <a:pathLst>
              <a:path w="2988937" h="570615">
                <a:moveTo>
                  <a:pt x="0" y="0"/>
                </a:moveTo>
                <a:lnTo>
                  <a:pt x="2988938" y="0"/>
                </a:lnTo>
                <a:lnTo>
                  <a:pt x="2988938" y="570616"/>
                </a:lnTo>
                <a:lnTo>
                  <a:pt x="0" y="570616"/>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p:cNvGrpSpPr/>
        <p:nvPr/>
      </p:nvGrpSpPr>
      <p:grpSpPr>
        <a:xfrm>
          <a:off x="0" y="0"/>
          <a:ext cx="0" cy="0"/>
          <a:chOff x="0" y="0"/>
          <a:chExt cx="0" cy="0"/>
        </a:xfrm>
      </p:grpSpPr>
      <p:sp>
        <p:nvSpPr>
          <p:cNvPr id="2" name="Freeform 2"/>
          <p:cNvSpPr/>
          <p:nvPr/>
        </p:nvSpPr>
        <p:spPr>
          <a:xfrm>
            <a:off x="16683520" y="1590911"/>
            <a:ext cx="2651835" cy="2651835"/>
          </a:xfrm>
          <a:custGeom>
            <a:avLst/>
            <a:gdLst/>
            <a:ahLst/>
            <a:cxnLst/>
            <a:rect l="l" t="t" r="r" b="b"/>
            <a:pathLst>
              <a:path w="2651835" h="2651835">
                <a:moveTo>
                  <a:pt x="0" y="0"/>
                </a:moveTo>
                <a:lnTo>
                  <a:pt x="2651835" y="0"/>
                </a:lnTo>
                <a:lnTo>
                  <a:pt x="2651835" y="2651835"/>
                </a:lnTo>
                <a:lnTo>
                  <a:pt x="0" y="2651835"/>
                </a:lnTo>
                <a:lnTo>
                  <a:pt x="0" y="0"/>
                </a:lnTo>
                <a:close/>
              </a:path>
            </a:pathLst>
          </a:custGeom>
          <a:blipFill>
            <a:blip r:embed="rId1">
              <a:alphaModFix amt="20999"/>
              <a:extLst>
                <a:ext uri="{96DAC541-7B7A-43D3-8B79-37D633B846F1}">
                  <asvg:svgBlip xmlns:asvg="http://schemas.microsoft.com/office/drawing/2016/SVG/main" r:embed="rId2"/>
                </a:ext>
              </a:extLst>
            </a:blip>
            <a:stretch>
              <a:fillRect/>
            </a:stretch>
          </a:blipFill>
        </p:spPr>
      </p:sp>
      <p:grpSp>
        <p:nvGrpSpPr>
          <p:cNvPr id="3" name="Group 3"/>
          <p:cNvGrpSpPr>
            <a:grpSpLocks noChangeAspect="1"/>
          </p:cNvGrpSpPr>
          <p:nvPr/>
        </p:nvGrpSpPr>
        <p:grpSpPr>
          <a:xfrm rot="0">
            <a:off x="10637321" y="2636321"/>
            <a:ext cx="7650679" cy="7650679"/>
            <a:chOff x="0" y="0"/>
            <a:chExt cx="3331210" cy="3331210"/>
          </a:xfrm>
        </p:grpSpPr>
        <p:sp>
          <p:nvSpPr>
            <p:cNvPr id="4" name="Freeform 4"/>
            <p:cNvSpPr/>
            <p:nvPr/>
          </p:nvSpPr>
          <p:spPr>
            <a:xfrm>
              <a:off x="0" y="0"/>
              <a:ext cx="3331210" cy="3331210"/>
            </a:xfrm>
            <a:custGeom>
              <a:avLst/>
              <a:gdLst/>
              <a:ahLst/>
              <a:cxnLst/>
              <a:rect l="l" t="t" r="r" b="b"/>
              <a:pathLst>
                <a:path w="3331210" h="3331210">
                  <a:moveTo>
                    <a:pt x="3331210" y="3331210"/>
                  </a:moveTo>
                  <a:lnTo>
                    <a:pt x="0" y="3331210"/>
                  </a:lnTo>
                  <a:cubicBezTo>
                    <a:pt x="0" y="1490980"/>
                    <a:pt x="1490980" y="0"/>
                    <a:pt x="3331210" y="0"/>
                  </a:cubicBezTo>
                  <a:lnTo>
                    <a:pt x="3331210" y="3331210"/>
                  </a:lnTo>
                  <a:close/>
                </a:path>
              </a:pathLst>
            </a:custGeom>
            <a:blipFill>
              <a:blip r:embed="rId3"/>
              <a:stretch>
                <a:fillRect l="-25000" r="-25000"/>
              </a:stretch>
            </a:blipFill>
          </p:spPr>
        </p:sp>
      </p:grpSp>
      <p:sp>
        <p:nvSpPr>
          <p:cNvPr id="5" name="TextBox 5"/>
          <p:cNvSpPr txBox="1"/>
          <p:nvPr/>
        </p:nvSpPr>
        <p:spPr>
          <a:xfrm>
            <a:off x="2255514" y="5730689"/>
            <a:ext cx="9364819" cy="617560"/>
          </a:xfrm>
          <a:prstGeom prst="rect">
            <a:avLst/>
          </a:prstGeom>
        </p:spPr>
        <p:txBody>
          <a:bodyPr lIns="0" tIns="0" rIns="0" bIns="0" rtlCol="0" anchor="t">
            <a:spAutoFit/>
          </a:bodyPr>
          <a:lstStyle/>
          <a:p>
            <a:pPr marL="0" lvl="0" indent="0" algn="l">
              <a:lnSpc>
                <a:spcPts val="5100"/>
              </a:lnSpc>
              <a:spcBef>
                <a:spcPct val="0"/>
              </a:spcBef>
            </a:pPr>
            <a:r>
              <a:rPr lang="en-US" sz="3695" b="1">
                <a:solidFill>
                  <a:srgbClr val="4BD1FB"/>
                </a:solidFill>
                <a:latin typeface="DM Sans Bold"/>
                <a:ea typeface="DM Sans Bold"/>
                <a:cs typeface="DM Sans Bold"/>
                <a:sym typeface="DM Sans Bold"/>
              </a:rPr>
              <a:t>Connect with us.</a:t>
            </a:r>
            <a:endParaRPr lang="en-US" sz="3695" b="1">
              <a:solidFill>
                <a:srgbClr val="4BD1FB"/>
              </a:solidFill>
              <a:latin typeface="DM Sans Bold"/>
              <a:ea typeface="DM Sans Bold"/>
              <a:cs typeface="DM Sans Bold"/>
              <a:sym typeface="DM Sans Bold"/>
            </a:endParaRPr>
          </a:p>
        </p:txBody>
      </p:sp>
      <p:sp>
        <p:nvSpPr>
          <p:cNvPr id="6" name="TextBox 6"/>
          <p:cNvSpPr txBox="1"/>
          <p:nvPr/>
        </p:nvSpPr>
        <p:spPr>
          <a:xfrm>
            <a:off x="2255514" y="2773954"/>
            <a:ext cx="10434893" cy="2623360"/>
          </a:xfrm>
          <a:prstGeom prst="rect">
            <a:avLst/>
          </a:prstGeom>
        </p:spPr>
        <p:txBody>
          <a:bodyPr lIns="0" tIns="0" rIns="0" bIns="0" rtlCol="0" anchor="t">
            <a:spAutoFit/>
          </a:bodyPr>
          <a:lstStyle/>
          <a:p>
            <a:pPr marL="0" lvl="0" indent="0" algn="l">
              <a:lnSpc>
                <a:spcPts val="10545"/>
              </a:lnSpc>
            </a:pPr>
            <a:r>
              <a:rPr lang="en-US" sz="7530" b="1" spc="459">
                <a:solidFill>
                  <a:srgbClr val="FFFFFF"/>
                </a:solidFill>
                <a:latin typeface="Now Bold" panose="00000800000000000000"/>
                <a:ea typeface="Now Bold" panose="00000800000000000000"/>
                <a:cs typeface="Now Bold" panose="00000800000000000000"/>
                <a:sym typeface="Now Bold" panose="00000800000000000000"/>
              </a:rPr>
              <a:t>Thank's For Watching</a:t>
            </a:r>
            <a:endParaRPr lang="en-US" sz="7530" b="1" spc="459">
              <a:solidFill>
                <a:srgbClr val="FFFFFF"/>
              </a:solidFill>
              <a:latin typeface="Now Bold" panose="00000800000000000000"/>
              <a:ea typeface="Now Bold" panose="00000800000000000000"/>
              <a:cs typeface="Now Bold" panose="00000800000000000000"/>
              <a:sym typeface="Now Bold" panose="00000800000000000000"/>
            </a:endParaRPr>
          </a:p>
        </p:txBody>
      </p:sp>
      <p:sp>
        <p:nvSpPr>
          <p:cNvPr id="7" name="TextBox 7"/>
          <p:cNvSpPr txBox="1"/>
          <p:nvPr/>
        </p:nvSpPr>
        <p:spPr>
          <a:xfrm>
            <a:off x="3136813" y="1884522"/>
            <a:ext cx="1810574" cy="675207"/>
          </a:xfrm>
          <a:prstGeom prst="rect">
            <a:avLst/>
          </a:prstGeom>
        </p:spPr>
        <p:txBody>
          <a:bodyPr lIns="0" tIns="0" rIns="0" bIns="0" rtlCol="0" anchor="t">
            <a:spAutoFit/>
          </a:bodyPr>
          <a:lstStyle/>
          <a:p>
            <a:pPr algn="l">
              <a:lnSpc>
                <a:spcPts val="2665"/>
              </a:lnSpc>
            </a:pPr>
            <a:r>
              <a:rPr lang="en-US" sz="2165" i="1" spc="-43">
                <a:solidFill>
                  <a:srgbClr val="56AEFF"/>
                </a:solidFill>
                <a:latin typeface="DM Sans Italics"/>
                <a:ea typeface="DM Sans Italics"/>
                <a:cs typeface="DM Sans Italics"/>
                <a:sym typeface="DM Sans Italics"/>
              </a:rPr>
              <a:t>Studio Shodwe</a:t>
            </a:r>
            <a:endParaRPr lang="en-US" sz="2165" i="1" spc="-43">
              <a:solidFill>
                <a:srgbClr val="56AEFF"/>
              </a:solidFill>
              <a:latin typeface="DM Sans Italics"/>
              <a:ea typeface="DM Sans Italics"/>
              <a:cs typeface="DM Sans Italics"/>
              <a:sym typeface="DM Sans Italics"/>
            </a:endParaRPr>
          </a:p>
        </p:txBody>
      </p:sp>
      <p:sp>
        <p:nvSpPr>
          <p:cNvPr id="8" name="Freeform 8"/>
          <p:cNvSpPr/>
          <p:nvPr/>
        </p:nvSpPr>
        <p:spPr>
          <a:xfrm>
            <a:off x="2264153" y="1800947"/>
            <a:ext cx="720510" cy="835374"/>
          </a:xfrm>
          <a:custGeom>
            <a:avLst/>
            <a:gdLst/>
            <a:ahLst/>
            <a:cxnLst/>
            <a:rect l="l" t="t" r="r" b="b"/>
            <a:pathLst>
              <a:path w="720510" h="835374">
                <a:moveTo>
                  <a:pt x="0" y="0"/>
                </a:moveTo>
                <a:lnTo>
                  <a:pt x="720511" y="0"/>
                </a:lnTo>
                <a:lnTo>
                  <a:pt x="720511" y="835374"/>
                </a:lnTo>
                <a:lnTo>
                  <a:pt x="0" y="835374"/>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9" name="Freeform 9"/>
          <p:cNvSpPr/>
          <p:nvPr/>
        </p:nvSpPr>
        <p:spPr>
          <a:xfrm>
            <a:off x="2264153" y="6653048"/>
            <a:ext cx="673858" cy="673858"/>
          </a:xfrm>
          <a:custGeom>
            <a:avLst/>
            <a:gdLst/>
            <a:ahLst/>
            <a:cxnLst/>
            <a:rect l="l" t="t" r="r" b="b"/>
            <a:pathLst>
              <a:path w="673858" h="673858">
                <a:moveTo>
                  <a:pt x="0" y="0"/>
                </a:moveTo>
                <a:lnTo>
                  <a:pt x="673858" y="0"/>
                </a:lnTo>
                <a:lnTo>
                  <a:pt x="673858" y="673858"/>
                </a:lnTo>
                <a:lnTo>
                  <a:pt x="0" y="673858"/>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10" name="Freeform 10"/>
          <p:cNvSpPr/>
          <p:nvPr/>
        </p:nvSpPr>
        <p:spPr>
          <a:xfrm>
            <a:off x="2255514" y="7632127"/>
            <a:ext cx="682497" cy="682497"/>
          </a:xfrm>
          <a:custGeom>
            <a:avLst/>
            <a:gdLst/>
            <a:ahLst/>
            <a:cxnLst/>
            <a:rect l="l" t="t" r="r" b="b"/>
            <a:pathLst>
              <a:path w="682497" h="682497">
                <a:moveTo>
                  <a:pt x="0" y="0"/>
                </a:moveTo>
                <a:lnTo>
                  <a:pt x="682497" y="0"/>
                </a:lnTo>
                <a:lnTo>
                  <a:pt x="682497" y="682497"/>
                </a:lnTo>
                <a:lnTo>
                  <a:pt x="0" y="682497"/>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11" name="TextBox 11"/>
          <p:cNvSpPr txBox="1"/>
          <p:nvPr/>
        </p:nvSpPr>
        <p:spPr>
          <a:xfrm>
            <a:off x="3101701" y="7755632"/>
            <a:ext cx="5437025" cy="435488"/>
          </a:xfrm>
          <a:prstGeom prst="rect">
            <a:avLst/>
          </a:prstGeom>
        </p:spPr>
        <p:txBody>
          <a:bodyPr lIns="0" tIns="0" rIns="0" bIns="0" rtlCol="0" anchor="t">
            <a:spAutoFit/>
          </a:bodyPr>
          <a:lstStyle/>
          <a:p>
            <a:pPr marL="0" lvl="0" indent="0" algn="l">
              <a:lnSpc>
                <a:spcPts val="3450"/>
              </a:lnSpc>
              <a:spcBef>
                <a:spcPct val="0"/>
              </a:spcBef>
            </a:pPr>
            <a:r>
              <a:rPr lang="en-US" sz="2875" spc="143">
                <a:solidFill>
                  <a:srgbClr val="FFFBFB"/>
                </a:solidFill>
                <a:latin typeface="DM Sans"/>
                <a:ea typeface="DM Sans"/>
                <a:cs typeface="DM Sans"/>
                <a:sym typeface="DM Sans"/>
              </a:rPr>
              <a:t>hello@reallygreatsite.com</a:t>
            </a:r>
            <a:endParaRPr lang="en-US" sz="2875" spc="143">
              <a:solidFill>
                <a:srgbClr val="FFFBFB"/>
              </a:solidFill>
              <a:latin typeface="DM Sans"/>
              <a:ea typeface="DM Sans"/>
              <a:cs typeface="DM Sans"/>
              <a:sym typeface="DM Sans"/>
            </a:endParaRPr>
          </a:p>
        </p:txBody>
      </p:sp>
      <p:sp>
        <p:nvSpPr>
          <p:cNvPr id="12" name="TextBox 12"/>
          <p:cNvSpPr txBox="1"/>
          <p:nvPr/>
        </p:nvSpPr>
        <p:spPr>
          <a:xfrm>
            <a:off x="3101701" y="6804122"/>
            <a:ext cx="3081187" cy="435488"/>
          </a:xfrm>
          <a:prstGeom prst="rect">
            <a:avLst/>
          </a:prstGeom>
        </p:spPr>
        <p:txBody>
          <a:bodyPr lIns="0" tIns="0" rIns="0" bIns="0" rtlCol="0" anchor="t">
            <a:spAutoFit/>
          </a:bodyPr>
          <a:lstStyle/>
          <a:p>
            <a:pPr marL="0" lvl="0" indent="0" algn="l">
              <a:lnSpc>
                <a:spcPts val="3450"/>
              </a:lnSpc>
              <a:spcBef>
                <a:spcPct val="0"/>
              </a:spcBef>
            </a:pPr>
            <a:r>
              <a:rPr lang="en-US" sz="2875" spc="143">
                <a:solidFill>
                  <a:srgbClr val="FFFBFB"/>
                </a:solidFill>
                <a:latin typeface="DM Sans"/>
                <a:ea typeface="DM Sans"/>
                <a:cs typeface="DM Sans"/>
                <a:sym typeface="DM Sans"/>
              </a:rPr>
              <a:t>+123-456-7890</a:t>
            </a:r>
            <a:endParaRPr lang="en-US" sz="2875" spc="143">
              <a:solidFill>
                <a:srgbClr val="FFFBFB"/>
              </a:solidFill>
              <a:latin typeface="DM Sans"/>
              <a:ea typeface="DM Sans"/>
              <a:cs typeface="DM Sans"/>
              <a:sym typeface="DM Sans"/>
            </a:endParaRPr>
          </a:p>
        </p:txBody>
      </p:sp>
      <p:sp>
        <p:nvSpPr>
          <p:cNvPr id="13" name="Freeform 13"/>
          <p:cNvSpPr/>
          <p:nvPr/>
        </p:nvSpPr>
        <p:spPr>
          <a:xfrm>
            <a:off x="-789475" y="-570381"/>
            <a:ext cx="2651835" cy="2651835"/>
          </a:xfrm>
          <a:custGeom>
            <a:avLst/>
            <a:gdLst/>
            <a:ahLst/>
            <a:cxnLst/>
            <a:rect l="l" t="t" r="r" b="b"/>
            <a:pathLst>
              <a:path w="2651835" h="2651835">
                <a:moveTo>
                  <a:pt x="0" y="0"/>
                </a:moveTo>
                <a:lnTo>
                  <a:pt x="2651836" y="0"/>
                </a:lnTo>
                <a:lnTo>
                  <a:pt x="2651836" y="2651835"/>
                </a:lnTo>
                <a:lnTo>
                  <a:pt x="0" y="2651835"/>
                </a:lnTo>
                <a:lnTo>
                  <a:pt x="0" y="0"/>
                </a:lnTo>
                <a:close/>
              </a:path>
            </a:pathLst>
          </a:custGeom>
          <a:blipFill>
            <a:blip r:embed="rId1">
              <a:alphaModFix amt="20999"/>
              <a:extLst>
                <a:ext uri="{96DAC541-7B7A-43D3-8B79-37D633B846F1}">
                  <asvg:svgBlip xmlns:asvg="http://schemas.microsoft.com/office/drawing/2016/SVG/main" r:embed="rId2"/>
                </a:ext>
              </a:extLst>
            </a:blip>
            <a:stretch>
              <a:fillRect/>
            </a:stretch>
          </a:blipFill>
        </p:spPr>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3257169" y="3038939"/>
            <a:ext cx="559773" cy="712674"/>
          </a:xfrm>
          <a:custGeom>
            <a:avLst/>
            <a:gdLst/>
            <a:ahLst/>
            <a:cxnLst/>
            <a:rect l="l" t="t" r="r" b="b"/>
            <a:pathLst>
              <a:path w="559773" h="712674">
                <a:moveTo>
                  <a:pt x="0" y="0"/>
                </a:moveTo>
                <a:lnTo>
                  <a:pt x="559773" y="0"/>
                </a:lnTo>
                <a:lnTo>
                  <a:pt x="559773" y="712673"/>
                </a:lnTo>
                <a:lnTo>
                  <a:pt x="0" y="712673"/>
                </a:lnTo>
                <a:lnTo>
                  <a:pt x="0" y="0"/>
                </a:lnTo>
                <a:close/>
              </a:path>
            </a:pathLst>
          </a:custGeom>
          <a:blipFill>
            <a:blip r:embed="rId1">
              <a:extLst>
                <a:ext uri="{96DAC541-7B7A-43D3-8B79-37D633B846F1}">
                  <asvg:svgBlip xmlns:asvg="http://schemas.microsoft.com/office/drawing/2016/SVG/main" r:embed="rId2"/>
                </a:ext>
              </a:extLst>
            </a:blip>
            <a:stretch>
              <a:fillRect/>
            </a:stretch>
          </a:blipFill>
        </p:spPr>
      </p:sp>
      <p:sp>
        <p:nvSpPr>
          <p:cNvPr id="3" name="Freeform 3"/>
          <p:cNvSpPr/>
          <p:nvPr/>
        </p:nvSpPr>
        <p:spPr>
          <a:xfrm>
            <a:off x="4103957" y="3022795"/>
            <a:ext cx="808743" cy="788157"/>
          </a:xfrm>
          <a:custGeom>
            <a:avLst/>
            <a:gdLst/>
            <a:ahLst/>
            <a:cxnLst/>
            <a:rect l="l" t="t" r="r" b="b"/>
            <a:pathLst>
              <a:path w="808743" h="788157">
                <a:moveTo>
                  <a:pt x="0" y="0"/>
                </a:moveTo>
                <a:lnTo>
                  <a:pt x="808743" y="0"/>
                </a:lnTo>
                <a:lnTo>
                  <a:pt x="808743" y="788157"/>
                </a:lnTo>
                <a:lnTo>
                  <a:pt x="0" y="78815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4" name="Freeform 4"/>
          <p:cNvSpPr/>
          <p:nvPr/>
        </p:nvSpPr>
        <p:spPr>
          <a:xfrm>
            <a:off x="5370343" y="2977353"/>
            <a:ext cx="786583" cy="853295"/>
          </a:xfrm>
          <a:custGeom>
            <a:avLst/>
            <a:gdLst/>
            <a:ahLst/>
            <a:cxnLst/>
            <a:rect l="l" t="t" r="r" b="b"/>
            <a:pathLst>
              <a:path w="786583" h="853295">
                <a:moveTo>
                  <a:pt x="0" y="0"/>
                </a:moveTo>
                <a:lnTo>
                  <a:pt x="786583" y="0"/>
                </a:lnTo>
                <a:lnTo>
                  <a:pt x="786583" y="853295"/>
                </a:lnTo>
                <a:lnTo>
                  <a:pt x="0" y="853295"/>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sp>
      <p:sp>
        <p:nvSpPr>
          <p:cNvPr id="5" name="Freeform 5"/>
          <p:cNvSpPr/>
          <p:nvPr/>
        </p:nvSpPr>
        <p:spPr>
          <a:xfrm>
            <a:off x="6632011" y="2912843"/>
            <a:ext cx="913512" cy="838770"/>
          </a:xfrm>
          <a:custGeom>
            <a:avLst/>
            <a:gdLst/>
            <a:ahLst/>
            <a:cxnLst/>
            <a:rect l="l" t="t" r="r" b="b"/>
            <a:pathLst>
              <a:path w="913512" h="838770">
                <a:moveTo>
                  <a:pt x="0" y="0"/>
                </a:moveTo>
                <a:lnTo>
                  <a:pt x="913512" y="0"/>
                </a:lnTo>
                <a:lnTo>
                  <a:pt x="913512" y="838769"/>
                </a:lnTo>
                <a:lnTo>
                  <a:pt x="0" y="838769"/>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sp>
      <p:sp>
        <p:nvSpPr>
          <p:cNvPr id="6" name="Freeform 6"/>
          <p:cNvSpPr/>
          <p:nvPr/>
        </p:nvSpPr>
        <p:spPr>
          <a:xfrm>
            <a:off x="7872769" y="3069922"/>
            <a:ext cx="629328" cy="760726"/>
          </a:xfrm>
          <a:custGeom>
            <a:avLst/>
            <a:gdLst/>
            <a:ahLst/>
            <a:cxnLst/>
            <a:rect l="l" t="t" r="r" b="b"/>
            <a:pathLst>
              <a:path w="629328" h="760726">
                <a:moveTo>
                  <a:pt x="0" y="0"/>
                </a:moveTo>
                <a:lnTo>
                  <a:pt x="629328" y="0"/>
                </a:lnTo>
                <a:lnTo>
                  <a:pt x="629328" y="760726"/>
                </a:lnTo>
                <a:lnTo>
                  <a:pt x="0" y="760726"/>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sp>
      <p:sp>
        <p:nvSpPr>
          <p:cNvPr id="7" name="Freeform 7"/>
          <p:cNvSpPr/>
          <p:nvPr/>
        </p:nvSpPr>
        <p:spPr>
          <a:xfrm>
            <a:off x="3335206" y="5494550"/>
            <a:ext cx="699051" cy="799330"/>
          </a:xfrm>
          <a:custGeom>
            <a:avLst/>
            <a:gdLst/>
            <a:ahLst/>
            <a:cxnLst/>
            <a:rect l="l" t="t" r="r" b="b"/>
            <a:pathLst>
              <a:path w="699051" h="799330">
                <a:moveTo>
                  <a:pt x="0" y="0"/>
                </a:moveTo>
                <a:lnTo>
                  <a:pt x="699050" y="0"/>
                </a:lnTo>
                <a:lnTo>
                  <a:pt x="699050" y="799330"/>
                </a:lnTo>
                <a:lnTo>
                  <a:pt x="0" y="799330"/>
                </a:lnTo>
                <a:lnTo>
                  <a:pt x="0" y="0"/>
                </a:lnTo>
                <a:close/>
              </a:path>
            </a:pathLst>
          </a:custGeom>
          <a:blipFill>
            <a:blip r:embed="rId11">
              <a:extLst>
                <a:ext uri="{96DAC541-7B7A-43D3-8B79-37D633B846F1}">
                  <asvg:svgBlip xmlns:asvg="http://schemas.microsoft.com/office/drawing/2016/SVG/main" r:embed="rId12"/>
                </a:ext>
              </a:extLst>
            </a:blip>
            <a:stretch>
              <a:fillRect/>
            </a:stretch>
          </a:blipFill>
        </p:spPr>
      </p:sp>
      <p:sp>
        <p:nvSpPr>
          <p:cNvPr id="8" name="Freeform 8"/>
          <p:cNvSpPr/>
          <p:nvPr/>
        </p:nvSpPr>
        <p:spPr>
          <a:xfrm>
            <a:off x="4245504" y="5477408"/>
            <a:ext cx="771522" cy="742064"/>
          </a:xfrm>
          <a:custGeom>
            <a:avLst/>
            <a:gdLst/>
            <a:ahLst/>
            <a:cxnLst/>
            <a:rect l="l" t="t" r="r" b="b"/>
            <a:pathLst>
              <a:path w="771522" h="742064">
                <a:moveTo>
                  <a:pt x="0" y="0"/>
                </a:moveTo>
                <a:lnTo>
                  <a:pt x="771522" y="0"/>
                </a:lnTo>
                <a:lnTo>
                  <a:pt x="771522" y="742064"/>
                </a:lnTo>
                <a:lnTo>
                  <a:pt x="0" y="742064"/>
                </a:lnTo>
                <a:lnTo>
                  <a:pt x="0" y="0"/>
                </a:lnTo>
                <a:close/>
              </a:path>
            </a:pathLst>
          </a:custGeom>
          <a:blipFill>
            <a:blip r:embed="rId13">
              <a:extLst>
                <a:ext uri="{96DAC541-7B7A-43D3-8B79-37D633B846F1}">
                  <asvg:svgBlip xmlns:asvg="http://schemas.microsoft.com/office/drawing/2016/SVG/main" r:embed="rId14"/>
                </a:ext>
              </a:extLst>
            </a:blip>
            <a:stretch>
              <a:fillRect/>
            </a:stretch>
          </a:blipFill>
        </p:spPr>
      </p:sp>
      <p:sp>
        <p:nvSpPr>
          <p:cNvPr id="9" name="Freeform 9"/>
          <p:cNvSpPr/>
          <p:nvPr/>
        </p:nvSpPr>
        <p:spPr>
          <a:xfrm>
            <a:off x="5452121" y="5368865"/>
            <a:ext cx="650497" cy="774401"/>
          </a:xfrm>
          <a:custGeom>
            <a:avLst/>
            <a:gdLst/>
            <a:ahLst/>
            <a:cxnLst/>
            <a:rect l="l" t="t" r="r" b="b"/>
            <a:pathLst>
              <a:path w="650497" h="774401">
                <a:moveTo>
                  <a:pt x="0" y="0"/>
                </a:moveTo>
                <a:lnTo>
                  <a:pt x="650497" y="0"/>
                </a:lnTo>
                <a:lnTo>
                  <a:pt x="650497" y="774401"/>
                </a:lnTo>
                <a:lnTo>
                  <a:pt x="0" y="774401"/>
                </a:lnTo>
                <a:lnTo>
                  <a:pt x="0" y="0"/>
                </a:lnTo>
                <a:close/>
              </a:path>
            </a:pathLst>
          </a:custGeom>
          <a:blipFill>
            <a:blip r:embed="rId15">
              <a:extLst>
                <a:ext uri="{96DAC541-7B7A-43D3-8B79-37D633B846F1}">
                  <asvg:svgBlip xmlns:asvg="http://schemas.microsoft.com/office/drawing/2016/SVG/main" r:embed="rId16"/>
                </a:ext>
              </a:extLst>
            </a:blip>
            <a:stretch>
              <a:fillRect/>
            </a:stretch>
          </a:blipFill>
        </p:spPr>
      </p:sp>
      <p:sp>
        <p:nvSpPr>
          <p:cNvPr id="10" name="Freeform 10"/>
          <p:cNvSpPr/>
          <p:nvPr/>
        </p:nvSpPr>
        <p:spPr>
          <a:xfrm>
            <a:off x="6701250" y="5445998"/>
            <a:ext cx="758127" cy="672665"/>
          </a:xfrm>
          <a:custGeom>
            <a:avLst/>
            <a:gdLst/>
            <a:ahLst/>
            <a:cxnLst/>
            <a:rect l="l" t="t" r="r" b="b"/>
            <a:pathLst>
              <a:path w="758127" h="672665">
                <a:moveTo>
                  <a:pt x="0" y="0"/>
                </a:moveTo>
                <a:lnTo>
                  <a:pt x="758127" y="0"/>
                </a:lnTo>
                <a:lnTo>
                  <a:pt x="758127" y="672666"/>
                </a:lnTo>
                <a:lnTo>
                  <a:pt x="0" y="672666"/>
                </a:lnTo>
                <a:lnTo>
                  <a:pt x="0" y="0"/>
                </a:lnTo>
                <a:close/>
              </a:path>
            </a:pathLst>
          </a:custGeom>
          <a:blipFill>
            <a:blip r:embed="rId17">
              <a:extLst>
                <a:ext uri="{96DAC541-7B7A-43D3-8B79-37D633B846F1}">
                  <asvg:svgBlip xmlns:asvg="http://schemas.microsoft.com/office/drawing/2016/SVG/main" r:embed="rId18"/>
                </a:ext>
              </a:extLst>
            </a:blip>
            <a:stretch>
              <a:fillRect/>
            </a:stretch>
          </a:blipFill>
        </p:spPr>
      </p:sp>
      <p:sp>
        <p:nvSpPr>
          <p:cNvPr id="11" name="Freeform 11"/>
          <p:cNvSpPr/>
          <p:nvPr/>
        </p:nvSpPr>
        <p:spPr>
          <a:xfrm>
            <a:off x="7909929" y="5421396"/>
            <a:ext cx="665047" cy="640863"/>
          </a:xfrm>
          <a:custGeom>
            <a:avLst/>
            <a:gdLst/>
            <a:ahLst/>
            <a:cxnLst/>
            <a:rect l="l" t="t" r="r" b="b"/>
            <a:pathLst>
              <a:path w="665047" h="640863">
                <a:moveTo>
                  <a:pt x="0" y="0"/>
                </a:moveTo>
                <a:lnTo>
                  <a:pt x="665047" y="0"/>
                </a:lnTo>
                <a:lnTo>
                  <a:pt x="665047" y="640863"/>
                </a:lnTo>
                <a:lnTo>
                  <a:pt x="0" y="640863"/>
                </a:lnTo>
                <a:lnTo>
                  <a:pt x="0" y="0"/>
                </a:lnTo>
                <a:close/>
              </a:path>
            </a:pathLst>
          </a:custGeom>
          <a:blipFill>
            <a:blip r:embed="rId19">
              <a:extLst>
                <a:ext uri="{96DAC541-7B7A-43D3-8B79-37D633B846F1}">
                  <asvg:svgBlip xmlns:asvg="http://schemas.microsoft.com/office/drawing/2016/SVG/main" r:embed="rId20"/>
                </a:ext>
              </a:extLst>
            </a:blip>
            <a:stretch>
              <a:fillRect/>
            </a:stretch>
          </a:blipFill>
        </p:spPr>
      </p:sp>
      <p:sp>
        <p:nvSpPr>
          <p:cNvPr id="12" name="Freeform 12"/>
          <p:cNvSpPr/>
          <p:nvPr/>
        </p:nvSpPr>
        <p:spPr>
          <a:xfrm>
            <a:off x="11323032" y="2956026"/>
            <a:ext cx="974926" cy="921748"/>
          </a:xfrm>
          <a:custGeom>
            <a:avLst/>
            <a:gdLst/>
            <a:ahLst/>
            <a:cxnLst/>
            <a:rect l="l" t="t" r="r" b="b"/>
            <a:pathLst>
              <a:path w="974926" h="921748">
                <a:moveTo>
                  <a:pt x="0" y="0"/>
                </a:moveTo>
                <a:lnTo>
                  <a:pt x="974926" y="0"/>
                </a:lnTo>
                <a:lnTo>
                  <a:pt x="974926" y="921749"/>
                </a:lnTo>
                <a:lnTo>
                  <a:pt x="0" y="921749"/>
                </a:lnTo>
                <a:lnTo>
                  <a:pt x="0" y="0"/>
                </a:lnTo>
                <a:close/>
              </a:path>
            </a:pathLst>
          </a:custGeom>
          <a:blipFill>
            <a:blip r:embed="rId21">
              <a:extLst>
                <a:ext uri="{96DAC541-7B7A-43D3-8B79-37D633B846F1}">
                  <asvg:svgBlip xmlns:asvg="http://schemas.microsoft.com/office/drawing/2016/SVG/main" r:embed="rId22"/>
                </a:ext>
              </a:extLst>
            </a:blip>
            <a:stretch>
              <a:fillRect/>
            </a:stretch>
          </a:blipFill>
        </p:spPr>
      </p:sp>
      <p:sp>
        <p:nvSpPr>
          <p:cNvPr id="13" name="Freeform 13"/>
          <p:cNvSpPr/>
          <p:nvPr/>
        </p:nvSpPr>
        <p:spPr>
          <a:xfrm>
            <a:off x="10164526" y="3089097"/>
            <a:ext cx="746819" cy="722377"/>
          </a:xfrm>
          <a:custGeom>
            <a:avLst/>
            <a:gdLst/>
            <a:ahLst/>
            <a:cxnLst/>
            <a:rect l="l" t="t" r="r" b="b"/>
            <a:pathLst>
              <a:path w="746819" h="722377">
                <a:moveTo>
                  <a:pt x="0" y="0"/>
                </a:moveTo>
                <a:lnTo>
                  <a:pt x="746819" y="0"/>
                </a:lnTo>
                <a:lnTo>
                  <a:pt x="746819" y="722377"/>
                </a:lnTo>
                <a:lnTo>
                  <a:pt x="0" y="722377"/>
                </a:lnTo>
                <a:lnTo>
                  <a:pt x="0" y="0"/>
                </a:lnTo>
                <a:close/>
              </a:path>
            </a:pathLst>
          </a:custGeom>
          <a:blipFill>
            <a:blip r:embed="rId23">
              <a:extLst>
                <a:ext uri="{96DAC541-7B7A-43D3-8B79-37D633B846F1}">
                  <asvg:svgBlip xmlns:asvg="http://schemas.microsoft.com/office/drawing/2016/SVG/main" r:embed="rId24"/>
                </a:ext>
              </a:extLst>
            </a:blip>
            <a:stretch>
              <a:fillRect/>
            </a:stretch>
          </a:blipFill>
        </p:spPr>
      </p:sp>
      <p:sp>
        <p:nvSpPr>
          <p:cNvPr id="14" name="Freeform 14"/>
          <p:cNvSpPr/>
          <p:nvPr/>
        </p:nvSpPr>
        <p:spPr>
          <a:xfrm>
            <a:off x="4513541" y="8255981"/>
            <a:ext cx="856802" cy="827204"/>
          </a:xfrm>
          <a:custGeom>
            <a:avLst/>
            <a:gdLst/>
            <a:ahLst/>
            <a:cxnLst/>
            <a:rect l="l" t="t" r="r" b="b"/>
            <a:pathLst>
              <a:path w="856802" h="827204">
                <a:moveTo>
                  <a:pt x="0" y="0"/>
                </a:moveTo>
                <a:lnTo>
                  <a:pt x="856802" y="0"/>
                </a:lnTo>
                <a:lnTo>
                  <a:pt x="856802" y="827204"/>
                </a:lnTo>
                <a:lnTo>
                  <a:pt x="0" y="827204"/>
                </a:lnTo>
                <a:lnTo>
                  <a:pt x="0" y="0"/>
                </a:lnTo>
                <a:close/>
              </a:path>
            </a:pathLst>
          </a:custGeom>
          <a:blipFill>
            <a:blip r:embed="rId25">
              <a:extLst>
                <a:ext uri="{96DAC541-7B7A-43D3-8B79-37D633B846F1}">
                  <asvg:svgBlip xmlns:asvg="http://schemas.microsoft.com/office/drawing/2016/SVG/main" r:embed="rId26"/>
                </a:ext>
              </a:extLst>
            </a:blip>
            <a:stretch>
              <a:fillRect/>
            </a:stretch>
          </a:blipFill>
        </p:spPr>
      </p:sp>
      <p:sp>
        <p:nvSpPr>
          <p:cNvPr id="15" name="Freeform 15"/>
          <p:cNvSpPr/>
          <p:nvPr/>
        </p:nvSpPr>
        <p:spPr>
          <a:xfrm>
            <a:off x="12580863" y="3069922"/>
            <a:ext cx="884649" cy="854089"/>
          </a:xfrm>
          <a:custGeom>
            <a:avLst/>
            <a:gdLst/>
            <a:ahLst/>
            <a:cxnLst/>
            <a:rect l="l" t="t" r="r" b="b"/>
            <a:pathLst>
              <a:path w="884649" h="854089">
                <a:moveTo>
                  <a:pt x="0" y="0"/>
                </a:moveTo>
                <a:lnTo>
                  <a:pt x="884649" y="0"/>
                </a:lnTo>
                <a:lnTo>
                  <a:pt x="884649" y="854089"/>
                </a:lnTo>
                <a:lnTo>
                  <a:pt x="0" y="854089"/>
                </a:lnTo>
                <a:lnTo>
                  <a:pt x="0" y="0"/>
                </a:lnTo>
                <a:close/>
              </a:path>
            </a:pathLst>
          </a:custGeom>
          <a:blipFill>
            <a:blip r:embed="rId27">
              <a:extLst>
                <a:ext uri="{96DAC541-7B7A-43D3-8B79-37D633B846F1}">
                  <asvg:svgBlip xmlns:asvg="http://schemas.microsoft.com/office/drawing/2016/SVG/main" r:embed="rId28"/>
                </a:ext>
              </a:extLst>
            </a:blip>
            <a:stretch>
              <a:fillRect/>
            </a:stretch>
          </a:blipFill>
        </p:spPr>
      </p:sp>
      <p:sp>
        <p:nvSpPr>
          <p:cNvPr id="16" name="Freeform 16"/>
          <p:cNvSpPr/>
          <p:nvPr/>
        </p:nvSpPr>
        <p:spPr>
          <a:xfrm>
            <a:off x="9008522" y="5289177"/>
            <a:ext cx="884649" cy="854089"/>
          </a:xfrm>
          <a:custGeom>
            <a:avLst/>
            <a:gdLst/>
            <a:ahLst/>
            <a:cxnLst/>
            <a:rect l="l" t="t" r="r" b="b"/>
            <a:pathLst>
              <a:path w="884649" h="854089">
                <a:moveTo>
                  <a:pt x="0" y="0"/>
                </a:moveTo>
                <a:lnTo>
                  <a:pt x="884650" y="0"/>
                </a:lnTo>
                <a:lnTo>
                  <a:pt x="884650" y="854089"/>
                </a:lnTo>
                <a:lnTo>
                  <a:pt x="0" y="854089"/>
                </a:lnTo>
                <a:lnTo>
                  <a:pt x="0" y="0"/>
                </a:lnTo>
                <a:close/>
              </a:path>
            </a:pathLst>
          </a:custGeom>
          <a:blipFill>
            <a:blip r:embed="rId29">
              <a:extLst>
                <a:ext uri="{96DAC541-7B7A-43D3-8B79-37D633B846F1}">
                  <asvg:svgBlip xmlns:asvg="http://schemas.microsoft.com/office/drawing/2016/SVG/main" r:embed="rId30"/>
                </a:ext>
              </a:extLst>
            </a:blip>
            <a:stretch>
              <a:fillRect/>
            </a:stretch>
          </a:blipFill>
        </p:spPr>
      </p:sp>
      <p:sp>
        <p:nvSpPr>
          <p:cNvPr id="17" name="Freeform 17"/>
          <p:cNvSpPr/>
          <p:nvPr/>
        </p:nvSpPr>
        <p:spPr>
          <a:xfrm>
            <a:off x="10151430" y="5421396"/>
            <a:ext cx="747700" cy="721870"/>
          </a:xfrm>
          <a:custGeom>
            <a:avLst/>
            <a:gdLst/>
            <a:ahLst/>
            <a:cxnLst/>
            <a:rect l="l" t="t" r="r" b="b"/>
            <a:pathLst>
              <a:path w="747700" h="721870">
                <a:moveTo>
                  <a:pt x="0" y="0"/>
                </a:moveTo>
                <a:lnTo>
                  <a:pt x="747700" y="0"/>
                </a:lnTo>
                <a:lnTo>
                  <a:pt x="747700" y="721870"/>
                </a:lnTo>
                <a:lnTo>
                  <a:pt x="0" y="721870"/>
                </a:lnTo>
                <a:lnTo>
                  <a:pt x="0" y="0"/>
                </a:lnTo>
                <a:close/>
              </a:path>
            </a:pathLst>
          </a:custGeom>
          <a:blipFill>
            <a:blip r:embed="rId31">
              <a:extLst>
                <a:ext uri="{96DAC541-7B7A-43D3-8B79-37D633B846F1}">
                  <asvg:svgBlip xmlns:asvg="http://schemas.microsoft.com/office/drawing/2016/SVG/main" r:embed="rId32"/>
                </a:ext>
              </a:extLst>
            </a:blip>
            <a:stretch>
              <a:fillRect/>
            </a:stretch>
          </a:blipFill>
        </p:spPr>
      </p:sp>
      <p:sp>
        <p:nvSpPr>
          <p:cNvPr id="18" name="Freeform 18"/>
          <p:cNvSpPr/>
          <p:nvPr/>
        </p:nvSpPr>
        <p:spPr>
          <a:xfrm>
            <a:off x="11349682" y="5421396"/>
            <a:ext cx="882987" cy="854089"/>
          </a:xfrm>
          <a:custGeom>
            <a:avLst/>
            <a:gdLst/>
            <a:ahLst/>
            <a:cxnLst/>
            <a:rect l="l" t="t" r="r" b="b"/>
            <a:pathLst>
              <a:path w="882987" h="854089">
                <a:moveTo>
                  <a:pt x="0" y="0"/>
                </a:moveTo>
                <a:lnTo>
                  <a:pt x="882987" y="0"/>
                </a:lnTo>
                <a:lnTo>
                  <a:pt x="882987" y="854089"/>
                </a:lnTo>
                <a:lnTo>
                  <a:pt x="0" y="854089"/>
                </a:lnTo>
                <a:lnTo>
                  <a:pt x="0" y="0"/>
                </a:lnTo>
                <a:close/>
              </a:path>
            </a:pathLst>
          </a:custGeom>
          <a:blipFill>
            <a:blip r:embed="rId33">
              <a:extLst>
                <a:ext uri="{96DAC541-7B7A-43D3-8B79-37D633B846F1}">
                  <asvg:svgBlip xmlns:asvg="http://schemas.microsoft.com/office/drawing/2016/SVG/main" r:embed="rId34"/>
                </a:ext>
              </a:extLst>
            </a:blip>
            <a:stretch>
              <a:fillRect/>
            </a:stretch>
          </a:blipFill>
        </p:spPr>
      </p:sp>
      <p:sp>
        <p:nvSpPr>
          <p:cNvPr id="19" name="Freeform 19"/>
          <p:cNvSpPr/>
          <p:nvPr/>
        </p:nvSpPr>
        <p:spPr>
          <a:xfrm>
            <a:off x="12796013" y="5395649"/>
            <a:ext cx="791335" cy="720834"/>
          </a:xfrm>
          <a:custGeom>
            <a:avLst/>
            <a:gdLst/>
            <a:ahLst/>
            <a:cxnLst/>
            <a:rect l="l" t="t" r="r" b="b"/>
            <a:pathLst>
              <a:path w="791335" h="720834">
                <a:moveTo>
                  <a:pt x="0" y="0"/>
                </a:moveTo>
                <a:lnTo>
                  <a:pt x="791334" y="0"/>
                </a:lnTo>
                <a:lnTo>
                  <a:pt x="791334" y="720833"/>
                </a:lnTo>
                <a:lnTo>
                  <a:pt x="0" y="720833"/>
                </a:lnTo>
                <a:lnTo>
                  <a:pt x="0" y="0"/>
                </a:lnTo>
                <a:close/>
              </a:path>
            </a:pathLst>
          </a:custGeom>
          <a:blipFill>
            <a:blip r:embed="rId35">
              <a:extLst>
                <a:ext uri="{96DAC541-7B7A-43D3-8B79-37D633B846F1}">
                  <asvg:svgBlip xmlns:asvg="http://schemas.microsoft.com/office/drawing/2016/SVG/main" r:embed="rId36"/>
                </a:ext>
              </a:extLst>
            </a:blip>
            <a:stretch>
              <a:fillRect/>
            </a:stretch>
          </a:blipFill>
        </p:spPr>
      </p:sp>
      <p:sp>
        <p:nvSpPr>
          <p:cNvPr id="20" name="Freeform 20"/>
          <p:cNvSpPr/>
          <p:nvPr/>
        </p:nvSpPr>
        <p:spPr>
          <a:xfrm>
            <a:off x="12783727" y="6876102"/>
            <a:ext cx="755313" cy="756689"/>
          </a:xfrm>
          <a:custGeom>
            <a:avLst/>
            <a:gdLst/>
            <a:ahLst/>
            <a:cxnLst/>
            <a:rect l="l" t="t" r="r" b="b"/>
            <a:pathLst>
              <a:path w="755313" h="756689">
                <a:moveTo>
                  <a:pt x="0" y="0"/>
                </a:moveTo>
                <a:lnTo>
                  <a:pt x="755313" y="0"/>
                </a:lnTo>
                <a:lnTo>
                  <a:pt x="755313" y="756689"/>
                </a:lnTo>
                <a:lnTo>
                  <a:pt x="0" y="756689"/>
                </a:lnTo>
                <a:lnTo>
                  <a:pt x="0" y="0"/>
                </a:lnTo>
                <a:close/>
              </a:path>
            </a:pathLst>
          </a:custGeom>
          <a:blipFill>
            <a:blip r:embed="rId37">
              <a:extLst>
                <a:ext uri="{96DAC541-7B7A-43D3-8B79-37D633B846F1}">
                  <asvg:svgBlip xmlns:asvg="http://schemas.microsoft.com/office/drawing/2016/SVG/main" r:embed="rId38"/>
                </a:ext>
              </a:extLst>
            </a:blip>
            <a:stretch>
              <a:fillRect/>
            </a:stretch>
          </a:blipFill>
        </p:spPr>
      </p:sp>
      <p:sp>
        <p:nvSpPr>
          <p:cNvPr id="21" name="Freeform 21"/>
          <p:cNvSpPr/>
          <p:nvPr/>
        </p:nvSpPr>
        <p:spPr>
          <a:xfrm>
            <a:off x="5463924" y="7116598"/>
            <a:ext cx="741528" cy="730742"/>
          </a:xfrm>
          <a:custGeom>
            <a:avLst/>
            <a:gdLst/>
            <a:ahLst/>
            <a:cxnLst/>
            <a:rect l="l" t="t" r="r" b="b"/>
            <a:pathLst>
              <a:path w="741528" h="730742">
                <a:moveTo>
                  <a:pt x="0" y="0"/>
                </a:moveTo>
                <a:lnTo>
                  <a:pt x="741528" y="0"/>
                </a:lnTo>
                <a:lnTo>
                  <a:pt x="741528" y="730742"/>
                </a:lnTo>
                <a:lnTo>
                  <a:pt x="0" y="730742"/>
                </a:lnTo>
                <a:lnTo>
                  <a:pt x="0" y="0"/>
                </a:lnTo>
                <a:close/>
              </a:path>
            </a:pathLst>
          </a:custGeom>
          <a:blipFill>
            <a:blip r:embed="rId39">
              <a:extLst>
                <a:ext uri="{96DAC541-7B7A-43D3-8B79-37D633B846F1}">
                  <asvg:svgBlip xmlns:asvg="http://schemas.microsoft.com/office/drawing/2016/SVG/main" r:embed="rId40"/>
                </a:ext>
              </a:extLst>
            </a:blip>
            <a:stretch>
              <a:fillRect/>
            </a:stretch>
          </a:blipFill>
        </p:spPr>
      </p:sp>
      <p:sp>
        <p:nvSpPr>
          <p:cNvPr id="22" name="Freeform 22"/>
          <p:cNvSpPr/>
          <p:nvPr/>
        </p:nvSpPr>
        <p:spPr>
          <a:xfrm>
            <a:off x="3094477" y="4392668"/>
            <a:ext cx="847166" cy="847166"/>
          </a:xfrm>
          <a:custGeom>
            <a:avLst/>
            <a:gdLst/>
            <a:ahLst/>
            <a:cxnLst/>
            <a:rect l="l" t="t" r="r" b="b"/>
            <a:pathLst>
              <a:path w="847166" h="847166">
                <a:moveTo>
                  <a:pt x="0" y="0"/>
                </a:moveTo>
                <a:lnTo>
                  <a:pt x="847166" y="0"/>
                </a:lnTo>
                <a:lnTo>
                  <a:pt x="847166" y="847166"/>
                </a:lnTo>
                <a:lnTo>
                  <a:pt x="0" y="847166"/>
                </a:lnTo>
                <a:lnTo>
                  <a:pt x="0" y="0"/>
                </a:lnTo>
                <a:close/>
              </a:path>
            </a:pathLst>
          </a:custGeom>
          <a:blipFill>
            <a:blip r:embed="rId41">
              <a:extLst>
                <a:ext uri="{96DAC541-7B7A-43D3-8B79-37D633B846F1}">
                  <asvg:svgBlip xmlns:asvg="http://schemas.microsoft.com/office/drawing/2016/SVG/main" r:embed="rId42"/>
                </a:ext>
              </a:extLst>
            </a:blip>
            <a:stretch>
              <a:fillRect/>
            </a:stretch>
          </a:blipFill>
        </p:spPr>
      </p:sp>
      <p:sp>
        <p:nvSpPr>
          <p:cNvPr id="23" name="Freeform 23"/>
          <p:cNvSpPr/>
          <p:nvPr/>
        </p:nvSpPr>
        <p:spPr>
          <a:xfrm>
            <a:off x="10129825" y="7011028"/>
            <a:ext cx="730742" cy="730742"/>
          </a:xfrm>
          <a:custGeom>
            <a:avLst/>
            <a:gdLst/>
            <a:ahLst/>
            <a:cxnLst/>
            <a:rect l="l" t="t" r="r" b="b"/>
            <a:pathLst>
              <a:path w="730742" h="730742">
                <a:moveTo>
                  <a:pt x="0" y="0"/>
                </a:moveTo>
                <a:lnTo>
                  <a:pt x="730742" y="0"/>
                </a:lnTo>
                <a:lnTo>
                  <a:pt x="730742" y="730743"/>
                </a:lnTo>
                <a:lnTo>
                  <a:pt x="0" y="730743"/>
                </a:lnTo>
                <a:lnTo>
                  <a:pt x="0" y="0"/>
                </a:lnTo>
                <a:close/>
              </a:path>
            </a:pathLst>
          </a:custGeom>
          <a:blipFill>
            <a:blip r:embed="rId43">
              <a:extLst>
                <a:ext uri="{96DAC541-7B7A-43D3-8B79-37D633B846F1}">
                  <asvg:svgBlip xmlns:asvg="http://schemas.microsoft.com/office/drawing/2016/SVG/main" r:embed="rId44"/>
                </a:ext>
              </a:extLst>
            </a:blip>
            <a:stretch>
              <a:fillRect/>
            </a:stretch>
          </a:blipFill>
        </p:spPr>
      </p:sp>
      <p:sp>
        <p:nvSpPr>
          <p:cNvPr id="24" name="Freeform 24"/>
          <p:cNvSpPr/>
          <p:nvPr/>
        </p:nvSpPr>
        <p:spPr>
          <a:xfrm>
            <a:off x="6668531" y="4337340"/>
            <a:ext cx="749829" cy="730742"/>
          </a:xfrm>
          <a:custGeom>
            <a:avLst/>
            <a:gdLst/>
            <a:ahLst/>
            <a:cxnLst/>
            <a:rect l="l" t="t" r="r" b="b"/>
            <a:pathLst>
              <a:path w="749829" h="730742">
                <a:moveTo>
                  <a:pt x="0" y="0"/>
                </a:moveTo>
                <a:lnTo>
                  <a:pt x="749829" y="0"/>
                </a:lnTo>
                <a:lnTo>
                  <a:pt x="749829" y="730743"/>
                </a:lnTo>
                <a:lnTo>
                  <a:pt x="0" y="730743"/>
                </a:lnTo>
                <a:lnTo>
                  <a:pt x="0" y="0"/>
                </a:lnTo>
                <a:close/>
              </a:path>
            </a:pathLst>
          </a:custGeom>
          <a:blipFill>
            <a:blip r:embed="rId45">
              <a:extLst>
                <a:ext uri="{96DAC541-7B7A-43D3-8B79-37D633B846F1}">
                  <asvg:svgBlip xmlns:asvg="http://schemas.microsoft.com/office/drawing/2016/SVG/main" r:embed="rId46"/>
                </a:ext>
              </a:extLst>
            </a:blip>
            <a:stretch>
              <a:fillRect/>
            </a:stretch>
          </a:blipFill>
        </p:spPr>
      </p:sp>
      <p:sp>
        <p:nvSpPr>
          <p:cNvPr id="25" name="Freeform 25"/>
          <p:cNvSpPr/>
          <p:nvPr/>
        </p:nvSpPr>
        <p:spPr>
          <a:xfrm>
            <a:off x="7879006" y="7011028"/>
            <a:ext cx="855124" cy="730742"/>
          </a:xfrm>
          <a:custGeom>
            <a:avLst/>
            <a:gdLst/>
            <a:ahLst/>
            <a:cxnLst/>
            <a:rect l="l" t="t" r="r" b="b"/>
            <a:pathLst>
              <a:path w="855124" h="730742">
                <a:moveTo>
                  <a:pt x="0" y="0"/>
                </a:moveTo>
                <a:lnTo>
                  <a:pt x="855124" y="0"/>
                </a:lnTo>
                <a:lnTo>
                  <a:pt x="855124" y="730743"/>
                </a:lnTo>
                <a:lnTo>
                  <a:pt x="0" y="730743"/>
                </a:lnTo>
                <a:lnTo>
                  <a:pt x="0" y="0"/>
                </a:lnTo>
                <a:close/>
              </a:path>
            </a:pathLst>
          </a:custGeom>
          <a:blipFill>
            <a:blip r:embed="rId47">
              <a:extLst>
                <a:ext uri="{96DAC541-7B7A-43D3-8B79-37D633B846F1}">
                  <asvg:svgBlip xmlns:asvg="http://schemas.microsoft.com/office/drawing/2016/SVG/main" r:embed="rId48"/>
                </a:ext>
              </a:extLst>
            </a:blip>
            <a:stretch>
              <a:fillRect/>
            </a:stretch>
          </a:blipFill>
        </p:spPr>
      </p:sp>
      <p:sp>
        <p:nvSpPr>
          <p:cNvPr id="26" name="Freeform 26"/>
          <p:cNvSpPr/>
          <p:nvPr/>
        </p:nvSpPr>
        <p:spPr>
          <a:xfrm>
            <a:off x="5399318" y="4392668"/>
            <a:ext cx="674940" cy="730742"/>
          </a:xfrm>
          <a:custGeom>
            <a:avLst/>
            <a:gdLst/>
            <a:ahLst/>
            <a:cxnLst/>
            <a:rect l="l" t="t" r="r" b="b"/>
            <a:pathLst>
              <a:path w="674940" h="730742">
                <a:moveTo>
                  <a:pt x="0" y="0"/>
                </a:moveTo>
                <a:lnTo>
                  <a:pt x="674940" y="0"/>
                </a:lnTo>
                <a:lnTo>
                  <a:pt x="674940" y="730742"/>
                </a:lnTo>
                <a:lnTo>
                  <a:pt x="0" y="730742"/>
                </a:lnTo>
                <a:lnTo>
                  <a:pt x="0" y="0"/>
                </a:lnTo>
                <a:close/>
              </a:path>
            </a:pathLst>
          </a:custGeom>
          <a:blipFill>
            <a:blip r:embed="rId49">
              <a:extLst>
                <a:ext uri="{96DAC541-7B7A-43D3-8B79-37D633B846F1}">
                  <asvg:svgBlip xmlns:asvg="http://schemas.microsoft.com/office/drawing/2016/SVG/main" r:embed="rId50"/>
                </a:ext>
              </a:extLst>
            </a:blip>
            <a:stretch>
              <a:fillRect/>
            </a:stretch>
          </a:blipFill>
        </p:spPr>
      </p:sp>
      <p:sp>
        <p:nvSpPr>
          <p:cNvPr id="27" name="Freeform 27"/>
          <p:cNvSpPr/>
          <p:nvPr/>
        </p:nvSpPr>
        <p:spPr>
          <a:xfrm>
            <a:off x="4245504" y="4392668"/>
            <a:ext cx="637739" cy="730742"/>
          </a:xfrm>
          <a:custGeom>
            <a:avLst/>
            <a:gdLst/>
            <a:ahLst/>
            <a:cxnLst/>
            <a:rect l="l" t="t" r="r" b="b"/>
            <a:pathLst>
              <a:path w="637739" h="730742">
                <a:moveTo>
                  <a:pt x="0" y="0"/>
                </a:moveTo>
                <a:lnTo>
                  <a:pt x="637739" y="0"/>
                </a:lnTo>
                <a:lnTo>
                  <a:pt x="637739" y="730742"/>
                </a:lnTo>
                <a:lnTo>
                  <a:pt x="0" y="730742"/>
                </a:lnTo>
                <a:lnTo>
                  <a:pt x="0" y="0"/>
                </a:lnTo>
                <a:close/>
              </a:path>
            </a:pathLst>
          </a:custGeom>
          <a:blipFill>
            <a:blip r:embed="rId51">
              <a:extLst>
                <a:ext uri="{96DAC541-7B7A-43D3-8B79-37D633B846F1}">
                  <asvg:svgBlip xmlns:asvg="http://schemas.microsoft.com/office/drawing/2016/SVG/main" r:embed="rId52"/>
                </a:ext>
              </a:extLst>
            </a:blip>
            <a:stretch>
              <a:fillRect/>
            </a:stretch>
          </a:blipFill>
        </p:spPr>
      </p:sp>
      <p:sp>
        <p:nvSpPr>
          <p:cNvPr id="28" name="Freeform 28"/>
          <p:cNvSpPr/>
          <p:nvPr/>
        </p:nvSpPr>
        <p:spPr>
          <a:xfrm>
            <a:off x="6783404" y="7083506"/>
            <a:ext cx="749829" cy="730742"/>
          </a:xfrm>
          <a:custGeom>
            <a:avLst/>
            <a:gdLst/>
            <a:ahLst/>
            <a:cxnLst/>
            <a:rect l="l" t="t" r="r" b="b"/>
            <a:pathLst>
              <a:path w="749829" h="730742">
                <a:moveTo>
                  <a:pt x="0" y="0"/>
                </a:moveTo>
                <a:lnTo>
                  <a:pt x="749829" y="0"/>
                </a:lnTo>
                <a:lnTo>
                  <a:pt x="749829" y="730742"/>
                </a:lnTo>
                <a:lnTo>
                  <a:pt x="0" y="730742"/>
                </a:lnTo>
                <a:lnTo>
                  <a:pt x="0" y="0"/>
                </a:lnTo>
                <a:close/>
              </a:path>
            </a:pathLst>
          </a:custGeom>
          <a:blipFill>
            <a:blip r:embed="rId53">
              <a:extLst>
                <a:ext uri="{96DAC541-7B7A-43D3-8B79-37D633B846F1}">
                  <asvg:svgBlip xmlns:asvg="http://schemas.microsoft.com/office/drawing/2016/SVG/main" r:embed="rId54"/>
                </a:ext>
              </a:extLst>
            </a:blip>
            <a:stretch>
              <a:fillRect/>
            </a:stretch>
          </a:blipFill>
        </p:spPr>
      </p:sp>
      <p:sp>
        <p:nvSpPr>
          <p:cNvPr id="29" name="Freeform 29"/>
          <p:cNvSpPr/>
          <p:nvPr/>
        </p:nvSpPr>
        <p:spPr>
          <a:xfrm>
            <a:off x="4631265" y="7116598"/>
            <a:ext cx="490262" cy="730742"/>
          </a:xfrm>
          <a:custGeom>
            <a:avLst/>
            <a:gdLst/>
            <a:ahLst/>
            <a:cxnLst/>
            <a:rect l="l" t="t" r="r" b="b"/>
            <a:pathLst>
              <a:path w="490262" h="730742">
                <a:moveTo>
                  <a:pt x="0" y="0"/>
                </a:moveTo>
                <a:lnTo>
                  <a:pt x="490262" y="0"/>
                </a:lnTo>
                <a:lnTo>
                  <a:pt x="490262" y="730742"/>
                </a:lnTo>
                <a:lnTo>
                  <a:pt x="0" y="730742"/>
                </a:lnTo>
                <a:lnTo>
                  <a:pt x="0" y="0"/>
                </a:lnTo>
                <a:close/>
              </a:path>
            </a:pathLst>
          </a:custGeom>
          <a:blipFill>
            <a:blip r:embed="rId55">
              <a:extLst>
                <a:ext uri="{96DAC541-7B7A-43D3-8B79-37D633B846F1}">
                  <asvg:svgBlip xmlns:asvg="http://schemas.microsoft.com/office/drawing/2016/SVG/main" r:embed="rId56"/>
                </a:ext>
              </a:extLst>
            </a:blip>
            <a:stretch>
              <a:fillRect/>
            </a:stretch>
          </a:blipFill>
        </p:spPr>
      </p:sp>
      <p:sp>
        <p:nvSpPr>
          <p:cNvPr id="30" name="Freeform 30"/>
          <p:cNvSpPr/>
          <p:nvPr/>
        </p:nvSpPr>
        <p:spPr>
          <a:xfrm>
            <a:off x="3354128" y="8255981"/>
            <a:ext cx="758318" cy="730742"/>
          </a:xfrm>
          <a:custGeom>
            <a:avLst/>
            <a:gdLst/>
            <a:ahLst/>
            <a:cxnLst/>
            <a:rect l="l" t="t" r="r" b="b"/>
            <a:pathLst>
              <a:path w="758318" h="730742">
                <a:moveTo>
                  <a:pt x="0" y="0"/>
                </a:moveTo>
                <a:lnTo>
                  <a:pt x="758318" y="0"/>
                </a:lnTo>
                <a:lnTo>
                  <a:pt x="758318" y="730742"/>
                </a:lnTo>
                <a:lnTo>
                  <a:pt x="0" y="730742"/>
                </a:lnTo>
                <a:lnTo>
                  <a:pt x="0" y="0"/>
                </a:lnTo>
                <a:close/>
              </a:path>
            </a:pathLst>
          </a:custGeom>
          <a:blipFill>
            <a:blip r:embed="rId57">
              <a:extLst>
                <a:ext uri="{96DAC541-7B7A-43D3-8B79-37D633B846F1}">
                  <asvg:svgBlip xmlns:asvg="http://schemas.microsoft.com/office/drawing/2016/SVG/main" r:embed="rId58"/>
                </a:ext>
              </a:extLst>
            </a:blip>
            <a:stretch>
              <a:fillRect/>
            </a:stretch>
          </a:blipFill>
        </p:spPr>
      </p:sp>
      <p:sp>
        <p:nvSpPr>
          <p:cNvPr id="31" name="Freeform 31"/>
          <p:cNvSpPr/>
          <p:nvPr/>
        </p:nvSpPr>
        <p:spPr>
          <a:xfrm>
            <a:off x="10267094" y="4282013"/>
            <a:ext cx="629767" cy="730742"/>
          </a:xfrm>
          <a:custGeom>
            <a:avLst/>
            <a:gdLst/>
            <a:ahLst/>
            <a:cxnLst/>
            <a:rect l="l" t="t" r="r" b="b"/>
            <a:pathLst>
              <a:path w="629767" h="730742">
                <a:moveTo>
                  <a:pt x="0" y="0"/>
                </a:moveTo>
                <a:lnTo>
                  <a:pt x="629767" y="0"/>
                </a:lnTo>
                <a:lnTo>
                  <a:pt x="629767" y="730742"/>
                </a:lnTo>
                <a:lnTo>
                  <a:pt x="0" y="730742"/>
                </a:lnTo>
                <a:lnTo>
                  <a:pt x="0" y="0"/>
                </a:lnTo>
                <a:close/>
              </a:path>
            </a:pathLst>
          </a:custGeom>
          <a:blipFill>
            <a:blip r:embed="rId59">
              <a:extLst>
                <a:ext uri="{96DAC541-7B7A-43D3-8B79-37D633B846F1}">
                  <asvg:svgBlip xmlns:asvg="http://schemas.microsoft.com/office/drawing/2016/SVG/main" r:embed="rId60"/>
                </a:ext>
              </a:extLst>
            </a:blip>
            <a:stretch>
              <a:fillRect/>
            </a:stretch>
          </a:blipFill>
        </p:spPr>
      </p:sp>
      <p:sp>
        <p:nvSpPr>
          <p:cNvPr id="32" name="Freeform 32"/>
          <p:cNvSpPr/>
          <p:nvPr/>
        </p:nvSpPr>
        <p:spPr>
          <a:xfrm>
            <a:off x="11438383" y="4282013"/>
            <a:ext cx="794285" cy="730742"/>
          </a:xfrm>
          <a:custGeom>
            <a:avLst/>
            <a:gdLst/>
            <a:ahLst/>
            <a:cxnLst/>
            <a:rect l="l" t="t" r="r" b="b"/>
            <a:pathLst>
              <a:path w="794285" h="730742">
                <a:moveTo>
                  <a:pt x="0" y="0"/>
                </a:moveTo>
                <a:lnTo>
                  <a:pt x="794286" y="0"/>
                </a:lnTo>
                <a:lnTo>
                  <a:pt x="794286" y="730742"/>
                </a:lnTo>
                <a:lnTo>
                  <a:pt x="0" y="730742"/>
                </a:lnTo>
                <a:lnTo>
                  <a:pt x="0" y="0"/>
                </a:lnTo>
                <a:close/>
              </a:path>
            </a:pathLst>
          </a:custGeom>
          <a:blipFill>
            <a:blip r:embed="rId61">
              <a:extLst>
                <a:ext uri="{96DAC541-7B7A-43D3-8B79-37D633B846F1}">
                  <asvg:svgBlip xmlns:asvg="http://schemas.microsoft.com/office/drawing/2016/SVG/main" r:embed="rId62"/>
                </a:ext>
              </a:extLst>
            </a:blip>
            <a:stretch>
              <a:fillRect/>
            </a:stretch>
          </a:blipFill>
        </p:spPr>
      </p:sp>
      <p:sp>
        <p:nvSpPr>
          <p:cNvPr id="33" name="Freeform 33"/>
          <p:cNvSpPr/>
          <p:nvPr/>
        </p:nvSpPr>
        <p:spPr>
          <a:xfrm>
            <a:off x="7725714" y="4392668"/>
            <a:ext cx="1033479" cy="620087"/>
          </a:xfrm>
          <a:custGeom>
            <a:avLst/>
            <a:gdLst/>
            <a:ahLst/>
            <a:cxnLst/>
            <a:rect l="l" t="t" r="r" b="b"/>
            <a:pathLst>
              <a:path w="1033479" h="620087">
                <a:moveTo>
                  <a:pt x="0" y="0"/>
                </a:moveTo>
                <a:lnTo>
                  <a:pt x="1033478" y="0"/>
                </a:lnTo>
                <a:lnTo>
                  <a:pt x="1033478" y="620087"/>
                </a:lnTo>
                <a:lnTo>
                  <a:pt x="0" y="620087"/>
                </a:lnTo>
                <a:lnTo>
                  <a:pt x="0" y="0"/>
                </a:lnTo>
                <a:close/>
              </a:path>
            </a:pathLst>
          </a:custGeom>
          <a:blipFill>
            <a:blip r:embed="rId63">
              <a:extLst>
                <a:ext uri="{96DAC541-7B7A-43D3-8B79-37D633B846F1}">
                  <asvg:svgBlip xmlns:asvg="http://schemas.microsoft.com/office/drawing/2016/SVG/main" r:embed="rId64"/>
                </a:ext>
              </a:extLst>
            </a:blip>
            <a:stretch>
              <a:fillRect/>
            </a:stretch>
          </a:blipFill>
        </p:spPr>
      </p:sp>
      <p:sp>
        <p:nvSpPr>
          <p:cNvPr id="34" name="Freeform 34"/>
          <p:cNvSpPr/>
          <p:nvPr/>
        </p:nvSpPr>
        <p:spPr>
          <a:xfrm>
            <a:off x="12796013" y="4282013"/>
            <a:ext cx="730742" cy="730742"/>
          </a:xfrm>
          <a:custGeom>
            <a:avLst/>
            <a:gdLst/>
            <a:ahLst/>
            <a:cxnLst/>
            <a:rect l="l" t="t" r="r" b="b"/>
            <a:pathLst>
              <a:path w="730742" h="730742">
                <a:moveTo>
                  <a:pt x="0" y="0"/>
                </a:moveTo>
                <a:lnTo>
                  <a:pt x="730742" y="0"/>
                </a:lnTo>
                <a:lnTo>
                  <a:pt x="730742" y="730742"/>
                </a:lnTo>
                <a:lnTo>
                  <a:pt x="0" y="730742"/>
                </a:lnTo>
                <a:lnTo>
                  <a:pt x="0" y="0"/>
                </a:lnTo>
                <a:close/>
              </a:path>
            </a:pathLst>
          </a:custGeom>
          <a:blipFill>
            <a:blip r:embed="rId65">
              <a:extLst>
                <a:ext uri="{96DAC541-7B7A-43D3-8B79-37D633B846F1}">
                  <asvg:svgBlip xmlns:asvg="http://schemas.microsoft.com/office/drawing/2016/SVG/main" r:embed="rId66"/>
                </a:ext>
              </a:extLst>
            </a:blip>
            <a:stretch>
              <a:fillRect/>
            </a:stretch>
          </a:blipFill>
        </p:spPr>
      </p:sp>
      <p:sp>
        <p:nvSpPr>
          <p:cNvPr id="35" name="Freeform 35"/>
          <p:cNvSpPr/>
          <p:nvPr/>
        </p:nvSpPr>
        <p:spPr>
          <a:xfrm>
            <a:off x="9141632" y="4282013"/>
            <a:ext cx="580608" cy="730742"/>
          </a:xfrm>
          <a:custGeom>
            <a:avLst/>
            <a:gdLst/>
            <a:ahLst/>
            <a:cxnLst/>
            <a:rect l="l" t="t" r="r" b="b"/>
            <a:pathLst>
              <a:path w="580608" h="730742">
                <a:moveTo>
                  <a:pt x="0" y="0"/>
                </a:moveTo>
                <a:lnTo>
                  <a:pt x="580608" y="0"/>
                </a:lnTo>
                <a:lnTo>
                  <a:pt x="580608" y="730742"/>
                </a:lnTo>
                <a:lnTo>
                  <a:pt x="0" y="730742"/>
                </a:lnTo>
                <a:lnTo>
                  <a:pt x="0" y="0"/>
                </a:lnTo>
                <a:close/>
              </a:path>
            </a:pathLst>
          </a:custGeom>
          <a:blipFill>
            <a:blip r:embed="rId67">
              <a:extLst>
                <a:ext uri="{96DAC541-7B7A-43D3-8B79-37D633B846F1}">
                  <asvg:svgBlip xmlns:asvg="http://schemas.microsoft.com/office/drawing/2016/SVG/main" r:embed="rId68"/>
                </a:ext>
              </a:extLst>
            </a:blip>
            <a:stretch>
              <a:fillRect/>
            </a:stretch>
          </a:blipFill>
        </p:spPr>
      </p:sp>
      <p:sp>
        <p:nvSpPr>
          <p:cNvPr id="36" name="Freeform 36"/>
          <p:cNvSpPr/>
          <p:nvPr/>
        </p:nvSpPr>
        <p:spPr>
          <a:xfrm>
            <a:off x="3354128" y="7116598"/>
            <a:ext cx="749829" cy="730742"/>
          </a:xfrm>
          <a:custGeom>
            <a:avLst/>
            <a:gdLst/>
            <a:ahLst/>
            <a:cxnLst/>
            <a:rect l="l" t="t" r="r" b="b"/>
            <a:pathLst>
              <a:path w="749829" h="730742">
                <a:moveTo>
                  <a:pt x="0" y="0"/>
                </a:moveTo>
                <a:lnTo>
                  <a:pt x="749829" y="0"/>
                </a:lnTo>
                <a:lnTo>
                  <a:pt x="749829" y="730742"/>
                </a:lnTo>
                <a:lnTo>
                  <a:pt x="0" y="730742"/>
                </a:lnTo>
                <a:lnTo>
                  <a:pt x="0" y="0"/>
                </a:lnTo>
                <a:close/>
              </a:path>
            </a:pathLst>
          </a:custGeom>
          <a:blipFill>
            <a:blip r:embed="rId69">
              <a:extLst>
                <a:ext uri="{96DAC541-7B7A-43D3-8B79-37D633B846F1}">
                  <asvg:svgBlip xmlns:asvg="http://schemas.microsoft.com/office/drawing/2016/SVG/main" r:embed="rId70"/>
                </a:ext>
              </a:extLst>
            </a:blip>
            <a:stretch>
              <a:fillRect/>
            </a:stretch>
          </a:blipFill>
        </p:spPr>
      </p:sp>
      <p:sp>
        <p:nvSpPr>
          <p:cNvPr id="37" name="Freeform 37"/>
          <p:cNvSpPr/>
          <p:nvPr/>
        </p:nvSpPr>
        <p:spPr>
          <a:xfrm>
            <a:off x="11531936" y="6889075"/>
            <a:ext cx="607181" cy="730742"/>
          </a:xfrm>
          <a:custGeom>
            <a:avLst/>
            <a:gdLst/>
            <a:ahLst/>
            <a:cxnLst/>
            <a:rect l="l" t="t" r="r" b="b"/>
            <a:pathLst>
              <a:path w="607181" h="730742">
                <a:moveTo>
                  <a:pt x="0" y="0"/>
                </a:moveTo>
                <a:lnTo>
                  <a:pt x="607180" y="0"/>
                </a:lnTo>
                <a:lnTo>
                  <a:pt x="607180" y="730743"/>
                </a:lnTo>
                <a:lnTo>
                  <a:pt x="0" y="730743"/>
                </a:lnTo>
                <a:lnTo>
                  <a:pt x="0" y="0"/>
                </a:lnTo>
                <a:close/>
              </a:path>
            </a:pathLst>
          </a:custGeom>
          <a:blipFill>
            <a:blip r:embed="rId71">
              <a:extLst>
                <a:ext uri="{96DAC541-7B7A-43D3-8B79-37D633B846F1}">
                  <asvg:svgBlip xmlns:asvg="http://schemas.microsoft.com/office/drawing/2016/SVG/main" r:embed="rId72"/>
                </a:ext>
              </a:extLst>
            </a:blip>
            <a:stretch>
              <a:fillRect/>
            </a:stretch>
          </a:blipFill>
        </p:spPr>
      </p:sp>
      <p:sp>
        <p:nvSpPr>
          <p:cNvPr id="38" name="Freeform 38"/>
          <p:cNvSpPr/>
          <p:nvPr/>
        </p:nvSpPr>
        <p:spPr>
          <a:xfrm>
            <a:off x="9037908" y="7011028"/>
            <a:ext cx="788056" cy="730742"/>
          </a:xfrm>
          <a:custGeom>
            <a:avLst/>
            <a:gdLst/>
            <a:ahLst/>
            <a:cxnLst/>
            <a:rect l="l" t="t" r="r" b="b"/>
            <a:pathLst>
              <a:path w="788056" h="730742">
                <a:moveTo>
                  <a:pt x="0" y="0"/>
                </a:moveTo>
                <a:lnTo>
                  <a:pt x="788056" y="0"/>
                </a:lnTo>
                <a:lnTo>
                  <a:pt x="788056" y="730743"/>
                </a:lnTo>
                <a:lnTo>
                  <a:pt x="0" y="730743"/>
                </a:lnTo>
                <a:lnTo>
                  <a:pt x="0" y="0"/>
                </a:lnTo>
                <a:close/>
              </a:path>
            </a:pathLst>
          </a:custGeom>
          <a:blipFill>
            <a:blip r:embed="rId73">
              <a:extLst>
                <a:ext uri="{96DAC541-7B7A-43D3-8B79-37D633B846F1}">
                  <asvg:svgBlip xmlns:asvg="http://schemas.microsoft.com/office/drawing/2016/SVG/main" r:embed="rId74"/>
                </a:ext>
              </a:extLst>
            </a:blip>
            <a:stretch>
              <a:fillRect/>
            </a:stretch>
          </a:blipFill>
        </p:spPr>
      </p:sp>
      <p:sp>
        <p:nvSpPr>
          <p:cNvPr id="39" name="Freeform 39"/>
          <p:cNvSpPr/>
          <p:nvPr/>
        </p:nvSpPr>
        <p:spPr>
          <a:xfrm>
            <a:off x="5579909" y="8161679"/>
            <a:ext cx="988698" cy="950948"/>
          </a:xfrm>
          <a:custGeom>
            <a:avLst/>
            <a:gdLst/>
            <a:ahLst/>
            <a:cxnLst/>
            <a:rect l="l" t="t" r="r" b="b"/>
            <a:pathLst>
              <a:path w="988698" h="950948">
                <a:moveTo>
                  <a:pt x="0" y="0"/>
                </a:moveTo>
                <a:lnTo>
                  <a:pt x="988698" y="0"/>
                </a:lnTo>
                <a:lnTo>
                  <a:pt x="988698" y="950948"/>
                </a:lnTo>
                <a:lnTo>
                  <a:pt x="0" y="950948"/>
                </a:lnTo>
                <a:lnTo>
                  <a:pt x="0" y="0"/>
                </a:lnTo>
                <a:close/>
              </a:path>
            </a:pathLst>
          </a:custGeom>
          <a:blipFill>
            <a:blip r:embed="rId75">
              <a:extLst>
                <a:ext uri="{96DAC541-7B7A-43D3-8B79-37D633B846F1}">
                  <asvg:svgBlip xmlns:asvg="http://schemas.microsoft.com/office/drawing/2016/SVG/main" r:embed="rId76"/>
                </a:ext>
              </a:extLst>
            </a:blip>
            <a:stretch>
              <a:fillRect/>
            </a:stretch>
          </a:blipFill>
        </p:spPr>
      </p:sp>
      <p:sp>
        <p:nvSpPr>
          <p:cNvPr id="40" name="Freeform 40"/>
          <p:cNvSpPr/>
          <p:nvPr/>
        </p:nvSpPr>
        <p:spPr>
          <a:xfrm>
            <a:off x="6826331" y="8139065"/>
            <a:ext cx="932103" cy="944119"/>
          </a:xfrm>
          <a:custGeom>
            <a:avLst/>
            <a:gdLst/>
            <a:ahLst/>
            <a:cxnLst/>
            <a:rect l="l" t="t" r="r" b="b"/>
            <a:pathLst>
              <a:path w="932103" h="944119">
                <a:moveTo>
                  <a:pt x="0" y="0"/>
                </a:moveTo>
                <a:lnTo>
                  <a:pt x="932103" y="0"/>
                </a:lnTo>
                <a:lnTo>
                  <a:pt x="932103" y="944120"/>
                </a:lnTo>
                <a:lnTo>
                  <a:pt x="0" y="944120"/>
                </a:lnTo>
                <a:lnTo>
                  <a:pt x="0" y="0"/>
                </a:lnTo>
                <a:close/>
              </a:path>
            </a:pathLst>
          </a:custGeom>
          <a:blipFill>
            <a:blip r:embed="rId77">
              <a:extLst>
                <a:ext uri="{96DAC541-7B7A-43D3-8B79-37D633B846F1}">
                  <asvg:svgBlip xmlns:asvg="http://schemas.microsoft.com/office/drawing/2016/SVG/main" r:embed="rId78"/>
                </a:ext>
              </a:extLst>
            </a:blip>
            <a:stretch>
              <a:fillRect/>
            </a:stretch>
          </a:blipFill>
        </p:spPr>
      </p:sp>
      <p:sp>
        <p:nvSpPr>
          <p:cNvPr id="41" name="Freeform 41"/>
          <p:cNvSpPr/>
          <p:nvPr/>
        </p:nvSpPr>
        <p:spPr>
          <a:xfrm>
            <a:off x="8073958" y="8198663"/>
            <a:ext cx="856276" cy="845378"/>
          </a:xfrm>
          <a:custGeom>
            <a:avLst/>
            <a:gdLst/>
            <a:ahLst/>
            <a:cxnLst/>
            <a:rect l="l" t="t" r="r" b="b"/>
            <a:pathLst>
              <a:path w="856276" h="845378">
                <a:moveTo>
                  <a:pt x="0" y="0"/>
                </a:moveTo>
                <a:lnTo>
                  <a:pt x="856277" y="0"/>
                </a:lnTo>
                <a:lnTo>
                  <a:pt x="856277" y="845378"/>
                </a:lnTo>
                <a:lnTo>
                  <a:pt x="0" y="845378"/>
                </a:lnTo>
                <a:lnTo>
                  <a:pt x="0" y="0"/>
                </a:lnTo>
                <a:close/>
              </a:path>
            </a:pathLst>
          </a:custGeom>
          <a:blipFill>
            <a:blip r:embed="rId79">
              <a:extLst>
                <a:ext uri="{96DAC541-7B7A-43D3-8B79-37D633B846F1}">
                  <asvg:svgBlip xmlns:asvg="http://schemas.microsoft.com/office/drawing/2016/SVG/main" r:embed="rId80"/>
                </a:ext>
              </a:extLst>
            </a:blip>
            <a:stretch>
              <a:fillRect/>
            </a:stretch>
          </a:blipFill>
        </p:spPr>
      </p:sp>
      <p:sp>
        <p:nvSpPr>
          <p:cNvPr id="42" name="Freeform 42"/>
          <p:cNvSpPr/>
          <p:nvPr/>
        </p:nvSpPr>
        <p:spPr>
          <a:xfrm>
            <a:off x="9090672" y="8108253"/>
            <a:ext cx="750693" cy="878470"/>
          </a:xfrm>
          <a:custGeom>
            <a:avLst/>
            <a:gdLst/>
            <a:ahLst/>
            <a:cxnLst/>
            <a:rect l="l" t="t" r="r" b="b"/>
            <a:pathLst>
              <a:path w="750693" h="878470">
                <a:moveTo>
                  <a:pt x="0" y="0"/>
                </a:moveTo>
                <a:lnTo>
                  <a:pt x="750693" y="0"/>
                </a:lnTo>
                <a:lnTo>
                  <a:pt x="750693" y="878470"/>
                </a:lnTo>
                <a:lnTo>
                  <a:pt x="0" y="878470"/>
                </a:lnTo>
                <a:lnTo>
                  <a:pt x="0" y="0"/>
                </a:lnTo>
                <a:close/>
              </a:path>
            </a:pathLst>
          </a:custGeom>
          <a:blipFill>
            <a:blip r:embed="rId81">
              <a:extLst>
                <a:ext uri="{96DAC541-7B7A-43D3-8B79-37D633B846F1}">
                  <asvg:svgBlip xmlns:asvg="http://schemas.microsoft.com/office/drawing/2016/SVG/main" r:embed="rId82"/>
                </a:ext>
              </a:extLst>
            </a:blip>
            <a:stretch>
              <a:fillRect/>
            </a:stretch>
          </a:blipFill>
        </p:spPr>
      </p:sp>
      <p:sp>
        <p:nvSpPr>
          <p:cNvPr id="43" name="Freeform 43"/>
          <p:cNvSpPr/>
          <p:nvPr/>
        </p:nvSpPr>
        <p:spPr>
          <a:xfrm>
            <a:off x="12796013" y="7989042"/>
            <a:ext cx="913343" cy="878470"/>
          </a:xfrm>
          <a:custGeom>
            <a:avLst/>
            <a:gdLst/>
            <a:ahLst/>
            <a:cxnLst/>
            <a:rect l="l" t="t" r="r" b="b"/>
            <a:pathLst>
              <a:path w="913343" h="878470">
                <a:moveTo>
                  <a:pt x="0" y="0"/>
                </a:moveTo>
                <a:lnTo>
                  <a:pt x="913343" y="0"/>
                </a:lnTo>
                <a:lnTo>
                  <a:pt x="913343" y="878470"/>
                </a:lnTo>
                <a:lnTo>
                  <a:pt x="0" y="878470"/>
                </a:lnTo>
                <a:lnTo>
                  <a:pt x="0" y="0"/>
                </a:lnTo>
                <a:close/>
              </a:path>
            </a:pathLst>
          </a:custGeom>
          <a:blipFill>
            <a:blip r:embed="rId83">
              <a:extLst>
                <a:ext uri="{96DAC541-7B7A-43D3-8B79-37D633B846F1}">
                  <asvg:svgBlip xmlns:asvg="http://schemas.microsoft.com/office/drawing/2016/SVG/main" r:embed="rId84"/>
                </a:ext>
              </a:extLst>
            </a:blip>
            <a:stretch>
              <a:fillRect/>
            </a:stretch>
          </a:blipFill>
        </p:spPr>
      </p:sp>
      <p:sp>
        <p:nvSpPr>
          <p:cNvPr id="44" name="Freeform 44"/>
          <p:cNvSpPr/>
          <p:nvPr/>
        </p:nvSpPr>
        <p:spPr>
          <a:xfrm>
            <a:off x="11438383" y="8081197"/>
            <a:ext cx="882477" cy="905526"/>
          </a:xfrm>
          <a:custGeom>
            <a:avLst/>
            <a:gdLst/>
            <a:ahLst/>
            <a:cxnLst/>
            <a:rect l="l" t="t" r="r" b="b"/>
            <a:pathLst>
              <a:path w="882477" h="905526">
                <a:moveTo>
                  <a:pt x="0" y="0"/>
                </a:moveTo>
                <a:lnTo>
                  <a:pt x="882477" y="0"/>
                </a:lnTo>
                <a:lnTo>
                  <a:pt x="882477" y="905526"/>
                </a:lnTo>
                <a:lnTo>
                  <a:pt x="0" y="905526"/>
                </a:lnTo>
                <a:lnTo>
                  <a:pt x="0" y="0"/>
                </a:lnTo>
                <a:close/>
              </a:path>
            </a:pathLst>
          </a:custGeom>
          <a:blipFill>
            <a:blip r:embed="rId85">
              <a:extLst>
                <a:ext uri="{96DAC541-7B7A-43D3-8B79-37D633B846F1}">
                  <asvg:svgBlip xmlns:asvg="http://schemas.microsoft.com/office/drawing/2016/SVG/main" r:embed="rId86"/>
                </a:ext>
              </a:extLst>
            </a:blip>
            <a:stretch>
              <a:fillRect/>
            </a:stretch>
          </a:blipFill>
        </p:spPr>
      </p:sp>
      <p:sp>
        <p:nvSpPr>
          <p:cNvPr id="45" name="Freeform 45"/>
          <p:cNvSpPr/>
          <p:nvPr/>
        </p:nvSpPr>
        <p:spPr>
          <a:xfrm>
            <a:off x="10035585" y="8198663"/>
            <a:ext cx="835494" cy="835494"/>
          </a:xfrm>
          <a:custGeom>
            <a:avLst/>
            <a:gdLst/>
            <a:ahLst/>
            <a:cxnLst/>
            <a:rect l="l" t="t" r="r" b="b"/>
            <a:pathLst>
              <a:path w="835494" h="835494">
                <a:moveTo>
                  <a:pt x="0" y="0"/>
                </a:moveTo>
                <a:lnTo>
                  <a:pt x="835495" y="0"/>
                </a:lnTo>
                <a:lnTo>
                  <a:pt x="835495" y="835495"/>
                </a:lnTo>
                <a:lnTo>
                  <a:pt x="0" y="835495"/>
                </a:lnTo>
                <a:lnTo>
                  <a:pt x="0" y="0"/>
                </a:lnTo>
                <a:close/>
              </a:path>
            </a:pathLst>
          </a:custGeom>
          <a:blipFill>
            <a:blip r:embed="rId87">
              <a:extLst>
                <a:ext uri="{96DAC541-7B7A-43D3-8B79-37D633B846F1}">
                  <asvg:svgBlip xmlns:asvg="http://schemas.microsoft.com/office/drawing/2016/SVG/main" r:embed="rId88"/>
                </a:ext>
              </a:extLst>
            </a:blip>
            <a:stretch>
              <a:fillRect/>
            </a:stretch>
          </a:blipFill>
        </p:spPr>
      </p:sp>
      <p:sp>
        <p:nvSpPr>
          <p:cNvPr id="46" name="Freeform 46"/>
          <p:cNvSpPr/>
          <p:nvPr/>
        </p:nvSpPr>
        <p:spPr>
          <a:xfrm>
            <a:off x="13871969" y="3193269"/>
            <a:ext cx="749829" cy="730742"/>
          </a:xfrm>
          <a:custGeom>
            <a:avLst/>
            <a:gdLst/>
            <a:ahLst/>
            <a:cxnLst/>
            <a:rect l="l" t="t" r="r" b="b"/>
            <a:pathLst>
              <a:path w="749829" h="730742">
                <a:moveTo>
                  <a:pt x="0" y="0"/>
                </a:moveTo>
                <a:lnTo>
                  <a:pt x="749829" y="0"/>
                </a:lnTo>
                <a:lnTo>
                  <a:pt x="749829" y="730742"/>
                </a:lnTo>
                <a:lnTo>
                  <a:pt x="0" y="730742"/>
                </a:lnTo>
                <a:lnTo>
                  <a:pt x="0" y="0"/>
                </a:lnTo>
                <a:close/>
              </a:path>
            </a:pathLst>
          </a:custGeom>
          <a:blipFill>
            <a:blip r:embed="rId45">
              <a:extLst>
                <a:ext uri="{96DAC541-7B7A-43D3-8B79-37D633B846F1}">
                  <asvg:svgBlip xmlns:asvg="http://schemas.microsoft.com/office/drawing/2016/SVG/main" r:embed="rId46"/>
                </a:ext>
              </a:extLst>
            </a:blip>
            <a:stretch>
              <a:fillRect/>
            </a:stretch>
          </a:blipFill>
        </p:spPr>
      </p:sp>
      <p:sp>
        <p:nvSpPr>
          <p:cNvPr id="47" name="Freeform 47"/>
          <p:cNvSpPr/>
          <p:nvPr/>
        </p:nvSpPr>
        <p:spPr>
          <a:xfrm>
            <a:off x="13834344" y="4262810"/>
            <a:ext cx="858333" cy="805272"/>
          </a:xfrm>
          <a:custGeom>
            <a:avLst/>
            <a:gdLst/>
            <a:ahLst/>
            <a:cxnLst/>
            <a:rect l="l" t="t" r="r" b="b"/>
            <a:pathLst>
              <a:path w="858333" h="805272">
                <a:moveTo>
                  <a:pt x="0" y="0"/>
                </a:moveTo>
                <a:lnTo>
                  <a:pt x="858333" y="0"/>
                </a:lnTo>
                <a:lnTo>
                  <a:pt x="858333" y="805273"/>
                </a:lnTo>
                <a:lnTo>
                  <a:pt x="0" y="805273"/>
                </a:lnTo>
                <a:lnTo>
                  <a:pt x="0" y="0"/>
                </a:lnTo>
                <a:close/>
              </a:path>
            </a:pathLst>
          </a:custGeom>
          <a:blipFill>
            <a:blip r:embed="rId89">
              <a:extLst>
                <a:ext uri="{96DAC541-7B7A-43D3-8B79-37D633B846F1}">
                  <asvg:svgBlip xmlns:asvg="http://schemas.microsoft.com/office/drawing/2016/SVG/main" r:embed="rId90"/>
                </a:ext>
              </a:extLst>
            </a:blip>
            <a:stretch>
              <a:fillRect/>
            </a:stretch>
          </a:blipFill>
        </p:spPr>
      </p:sp>
      <p:sp>
        <p:nvSpPr>
          <p:cNvPr id="48" name="Freeform 48"/>
          <p:cNvSpPr/>
          <p:nvPr/>
        </p:nvSpPr>
        <p:spPr>
          <a:xfrm>
            <a:off x="14037745" y="5339670"/>
            <a:ext cx="683787" cy="803596"/>
          </a:xfrm>
          <a:custGeom>
            <a:avLst/>
            <a:gdLst/>
            <a:ahLst/>
            <a:cxnLst/>
            <a:rect l="l" t="t" r="r" b="b"/>
            <a:pathLst>
              <a:path w="683787" h="803596">
                <a:moveTo>
                  <a:pt x="0" y="0"/>
                </a:moveTo>
                <a:lnTo>
                  <a:pt x="683787" y="0"/>
                </a:lnTo>
                <a:lnTo>
                  <a:pt x="683787" y="803596"/>
                </a:lnTo>
                <a:lnTo>
                  <a:pt x="0" y="803596"/>
                </a:lnTo>
                <a:lnTo>
                  <a:pt x="0" y="0"/>
                </a:lnTo>
                <a:close/>
              </a:path>
            </a:pathLst>
          </a:custGeom>
          <a:blipFill>
            <a:blip r:embed="rId91">
              <a:extLst>
                <a:ext uri="{96DAC541-7B7A-43D3-8B79-37D633B846F1}">
                  <asvg:svgBlip xmlns:asvg="http://schemas.microsoft.com/office/drawing/2016/SVG/main" r:embed="rId92"/>
                </a:ext>
              </a:extLst>
            </a:blip>
            <a:stretch>
              <a:fillRect/>
            </a:stretch>
          </a:blipFill>
        </p:spPr>
      </p:sp>
      <p:sp>
        <p:nvSpPr>
          <p:cNvPr id="49" name="Freeform 49"/>
          <p:cNvSpPr/>
          <p:nvPr/>
        </p:nvSpPr>
        <p:spPr>
          <a:xfrm>
            <a:off x="14037745" y="6876102"/>
            <a:ext cx="730742" cy="730742"/>
          </a:xfrm>
          <a:custGeom>
            <a:avLst/>
            <a:gdLst/>
            <a:ahLst/>
            <a:cxnLst/>
            <a:rect l="l" t="t" r="r" b="b"/>
            <a:pathLst>
              <a:path w="730742" h="730742">
                <a:moveTo>
                  <a:pt x="0" y="0"/>
                </a:moveTo>
                <a:lnTo>
                  <a:pt x="730742" y="0"/>
                </a:lnTo>
                <a:lnTo>
                  <a:pt x="730742" y="730742"/>
                </a:lnTo>
                <a:lnTo>
                  <a:pt x="0" y="730742"/>
                </a:lnTo>
                <a:lnTo>
                  <a:pt x="0" y="0"/>
                </a:lnTo>
                <a:close/>
              </a:path>
            </a:pathLst>
          </a:custGeom>
          <a:blipFill>
            <a:blip r:embed="rId65">
              <a:extLst>
                <a:ext uri="{96DAC541-7B7A-43D3-8B79-37D633B846F1}">
                  <asvg:svgBlip xmlns:asvg="http://schemas.microsoft.com/office/drawing/2016/SVG/main" r:embed="rId66"/>
                </a:ext>
              </a:extLst>
            </a:blip>
            <a:stretch>
              <a:fillRect/>
            </a:stretch>
          </a:blipFill>
        </p:spPr>
      </p:sp>
      <p:sp>
        <p:nvSpPr>
          <p:cNvPr id="50" name="Freeform 50"/>
          <p:cNvSpPr/>
          <p:nvPr/>
        </p:nvSpPr>
        <p:spPr>
          <a:xfrm>
            <a:off x="13964691" y="7989042"/>
            <a:ext cx="756841" cy="803596"/>
          </a:xfrm>
          <a:custGeom>
            <a:avLst/>
            <a:gdLst/>
            <a:ahLst/>
            <a:cxnLst/>
            <a:rect l="l" t="t" r="r" b="b"/>
            <a:pathLst>
              <a:path w="756841" h="803596">
                <a:moveTo>
                  <a:pt x="0" y="0"/>
                </a:moveTo>
                <a:lnTo>
                  <a:pt x="756841" y="0"/>
                </a:lnTo>
                <a:lnTo>
                  <a:pt x="756841" y="803596"/>
                </a:lnTo>
                <a:lnTo>
                  <a:pt x="0" y="803596"/>
                </a:lnTo>
                <a:lnTo>
                  <a:pt x="0" y="0"/>
                </a:lnTo>
                <a:close/>
              </a:path>
            </a:pathLst>
          </a:custGeom>
          <a:blipFill>
            <a:blip r:embed="rId93">
              <a:extLst>
                <a:ext uri="{96DAC541-7B7A-43D3-8B79-37D633B846F1}">
                  <asvg:svgBlip xmlns:asvg="http://schemas.microsoft.com/office/drawing/2016/SVG/main" r:embed="rId94"/>
                </a:ext>
              </a:extLst>
            </a:blip>
            <a:stretch>
              <a:fillRect/>
            </a:stretch>
          </a:blipFill>
        </p:spPr>
      </p:sp>
      <p:sp>
        <p:nvSpPr>
          <p:cNvPr id="51" name="Freeform 51"/>
          <p:cNvSpPr/>
          <p:nvPr/>
        </p:nvSpPr>
        <p:spPr>
          <a:xfrm>
            <a:off x="9019023" y="2926160"/>
            <a:ext cx="893991" cy="981428"/>
          </a:xfrm>
          <a:custGeom>
            <a:avLst/>
            <a:gdLst/>
            <a:ahLst/>
            <a:cxnLst/>
            <a:rect l="l" t="t" r="r" b="b"/>
            <a:pathLst>
              <a:path w="893991" h="981428">
                <a:moveTo>
                  <a:pt x="0" y="0"/>
                </a:moveTo>
                <a:lnTo>
                  <a:pt x="893991" y="0"/>
                </a:lnTo>
                <a:lnTo>
                  <a:pt x="893991" y="981428"/>
                </a:lnTo>
                <a:lnTo>
                  <a:pt x="0" y="981428"/>
                </a:lnTo>
                <a:lnTo>
                  <a:pt x="0" y="0"/>
                </a:lnTo>
                <a:close/>
              </a:path>
            </a:pathLst>
          </a:custGeom>
          <a:blipFill>
            <a:blip r:embed="rId95">
              <a:extLst>
                <a:ext uri="{96DAC541-7B7A-43D3-8B79-37D633B846F1}">
                  <asvg:svgBlip xmlns:asvg="http://schemas.microsoft.com/office/drawing/2016/SVG/main" r:embed="rId96"/>
                </a:ext>
              </a:extLst>
            </a:blip>
            <a:stretch>
              <a:fillRect/>
            </a:stretch>
          </a:blipFill>
        </p:spPr>
      </p:sp>
      <p:sp>
        <p:nvSpPr>
          <p:cNvPr id="52" name="TextBox 52"/>
          <p:cNvSpPr txBox="1"/>
          <p:nvPr/>
        </p:nvSpPr>
        <p:spPr>
          <a:xfrm>
            <a:off x="3919280" y="1636188"/>
            <a:ext cx="10450651" cy="723900"/>
          </a:xfrm>
          <a:prstGeom prst="rect">
            <a:avLst/>
          </a:prstGeom>
        </p:spPr>
        <p:txBody>
          <a:bodyPr lIns="0" tIns="0" rIns="0" bIns="0" rtlCol="0" anchor="t">
            <a:spAutoFit/>
          </a:bodyPr>
          <a:lstStyle/>
          <a:p>
            <a:pPr marL="0" lvl="0" indent="0" algn="ctr">
              <a:lnSpc>
                <a:spcPts val="5720"/>
              </a:lnSpc>
              <a:spcBef>
                <a:spcPct val="0"/>
              </a:spcBef>
            </a:pPr>
            <a:r>
              <a:rPr lang="en-US" sz="4765" b="1">
                <a:solidFill>
                  <a:srgbClr val="145DA0"/>
                </a:solidFill>
                <a:latin typeface="Now Bold" panose="00000800000000000000"/>
                <a:ea typeface="Now Bold" panose="00000800000000000000"/>
                <a:cs typeface="Now Bold" panose="00000800000000000000"/>
                <a:sym typeface="Now Bold" panose="00000800000000000000"/>
              </a:rPr>
              <a:t>RESOURCE PAGE</a:t>
            </a:r>
            <a:endParaRPr lang="en-US" sz="4765" b="1">
              <a:solidFill>
                <a:srgbClr val="145DA0"/>
              </a:solidFill>
              <a:latin typeface="Now Bold" panose="00000800000000000000"/>
              <a:ea typeface="Now Bold" panose="00000800000000000000"/>
              <a:cs typeface="Now Bold" panose="00000800000000000000"/>
              <a:sym typeface="Now Bold" panose="00000800000000000000"/>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4400</Words>
  <Application>WPS Presentation</Application>
  <PresentationFormat>On-screen Show (4:3)</PresentationFormat>
  <Paragraphs>172</Paragraphs>
  <Slides>14</Slides>
  <Notes>0</Notes>
  <HiddenSlides>0</HiddenSlides>
  <MMClips>0</MMClips>
  <ScaleCrop>false</ScaleCrop>
  <HeadingPairs>
    <vt:vector size="6" baseType="variant">
      <vt:variant>
        <vt:lpstr>已用的字体</vt:lpstr>
      </vt:variant>
      <vt:variant>
        <vt:i4>11</vt:i4>
      </vt:variant>
      <vt:variant>
        <vt:lpstr>主题</vt:lpstr>
      </vt:variant>
      <vt:variant>
        <vt:i4>1</vt:i4>
      </vt:variant>
      <vt:variant>
        <vt:lpstr>幻灯片标题</vt:lpstr>
      </vt:variant>
      <vt:variant>
        <vt:i4>14</vt:i4>
      </vt:variant>
    </vt:vector>
  </HeadingPairs>
  <TitlesOfParts>
    <vt:vector size="26" baseType="lpstr">
      <vt:lpstr>Arial</vt:lpstr>
      <vt:lpstr>SimSun</vt:lpstr>
      <vt:lpstr>Wingdings</vt:lpstr>
      <vt:lpstr>DM Sans Italics</vt:lpstr>
      <vt:lpstr>Now Bold</vt:lpstr>
      <vt:lpstr>DM Sans</vt:lpstr>
      <vt:lpstr>DM Sans Bold</vt:lpstr>
      <vt:lpstr>Arial</vt:lpstr>
      <vt:lpstr>Microsoft YaHei</vt:lpstr>
      <vt:lpstr>Arial Unicode MS</vt:lpstr>
      <vt:lpstr>Calibri</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Blue Dark Professional Geometric Business Project Presentation </dc:title>
  <dc:creator/>
  <cp:lastModifiedBy>Independence</cp:lastModifiedBy>
  <cp:revision>2</cp:revision>
  <dcterms:created xsi:type="dcterms:W3CDTF">2006-08-16T00:00:00Z</dcterms:created>
  <dcterms:modified xsi:type="dcterms:W3CDTF">2025-05-29T08:14:12Z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7C3328997AD647F496A81D8D269E7B32_12</vt:lpwstr>
  </property>
  <property fmtid="{D5CDD505-2E9C-101B-9397-08002B2CF9AE}" pid="3" name="KSOProductBuildVer">
    <vt:lpwstr>2057-12.2.0.21183</vt:lpwstr>
  </property>
</Properties>
</file>